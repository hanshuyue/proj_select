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16768004" r:id="rId3"/>
    <p:sldId id="16768007" r:id="rId4"/>
    <p:sldId id="16768008" r:id="rId5"/>
    <p:sldId id="16768009" r:id="rId6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56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邓洁" initials="c" lastIdx="1" clrIdx="0"/>
  <p:cmAuthor id="1" name="libramhh" initials="l" lastIdx="2" clrIdx="0"/>
  <p:cmAuthor id="2" name="弧度45" initials="弧度45" lastIdx="3" clrIdx="0"/>
  <p:cmAuthor id="3" name="作者" initials="A" lastIdx="0" clrIdx="2"/>
  <p:cmAuthor id="4" name="admin" initials="a" lastIdx="1" clrIdx="2"/>
  <p:cmAuthor id="5" name="dieforlove" initials="die" lastIdx="1" clrIdx="3"/>
  <p:cmAuthor id="6" name="K21" initials="K" lastIdx="5" clrIdx="4"/>
  <p:cmAuthor id="7" name="贾宏波" initials="J" lastIdx="6" clrIdx="5"/>
  <p:cmAuthor id="1479258870" name="夏先生" initials="夏" lastIdx="1" clrIdx="650"/>
  <p:cmAuthor id="8" name="张洋洋" initials="张洋洋" lastIdx="5" clrIdx="6"/>
  <p:cmAuthor id="1479258871" name="niuniu" initials="n" lastIdx="2" clrIdx="1479258870"/>
  <p:cmAuthor id="1027" name="钟怡 赵" initials="钟怡" lastIdx="0" clrIdx="1026"/>
  <p:cmAuthor id="9" name="马 啸" initials="马" lastIdx="9" clrIdx="7"/>
  <p:cmAuthor id="10" name="c" initials="c" lastIdx="1" clrIdx="8"/>
  <p:cmAuthor id="11" name="xiaweiwei" initials="x" lastIdx="1" clrIdx="9"/>
  <p:cmAuthor id="12" name="lenovo" initials="l" lastIdx="1" clrIdx="11"/>
  <p:cmAuthor id="13" name="罗位国/应用平台研发部/软件开发中心/总行机关/ABC" initials="罗" lastIdx="1" clrIdx="1"/>
  <p:cmAuthor id="14" name="李岩（IT）" initials="李" lastIdx="2" clrIdx="13"/>
  <p:cmAuthor id="15" name="张彦" initials="张" lastIdx="1" clrIdx="14"/>
  <p:cmAuthor id="16" name="周辉" initials="周" lastIdx="1" clrIdx="15"/>
  <p:cmAuthor id="17" name="Xinyue Li" initials="X" lastIdx="1" clrIdx="18"/>
  <p:cmAuthor id="18" name="lc xue" initials="l" lastIdx="1" clrIdx="22"/>
  <p:cmAuthor id="19" name="yanhexin" initials="y" lastIdx="1" clrIdx="18"/>
  <p:cmAuthor id="20" name="蔡建楠" initials="caijianna" lastIdx="15" clrIdx="17"/>
  <p:cmAuthor id="21" name="cmcc" initials="c" lastIdx="1" clrIdx="21"/>
  <p:cmAuthor id="22" name="尹娉（借调）" initials="尹" lastIdx="1" clrIdx="21"/>
  <p:cmAuthor id="23" name="王华" initials="王" lastIdx="1" clrIdx="22"/>
  <p:cmAuthor id="24" name="白秋富" initials="白" lastIdx="1" clrIdx="23"/>
  <p:cmAuthor id="25" name="10066351" initials="1" lastIdx="2" clrIdx="0"/>
  <p:cmAuthor id="26" name="Lee" initials="L" lastIdx="2" clrIdx="25"/>
  <p:cmAuthor id="27" name="王丽（IT）" initials="王" lastIdx="2" clrIdx="26"/>
  <p:cmAuthor id="28" name="Author" initials="A" lastIdx="0" clrIdx="30"/>
  <p:cmAuthor id="29" name="Qlstc" initials="Q" lastIdx="1" clrIdx="31"/>
  <p:cmAuthor id="30" name="zhujj" initials="z" lastIdx="1" clrIdx="29"/>
  <p:cmAuthor id="31" name="Y Y" initials="Y" lastIdx="2" clrIdx="33"/>
  <p:cmAuthor id="32" name="李楠10047711" initials="李楠10047711" lastIdx="2" clrIdx="31"/>
  <p:cmAuthor id="33" name="泾伦" initials="泾伦" lastIdx="1" clrIdx="32"/>
  <p:cmAuthor id="34" name="A6910@365ms.vip" initials="A" lastIdx="1" clrIdx="33"/>
  <p:cmAuthor id="35" name="Think" initials="T" lastIdx="1" clrIdx="34"/>
  <p:cmAuthor id="36" name="su liqin" initials="sl" lastIdx="1" clrIdx="35"/>
  <p:cmAuthor id="37" name="陈召国" initials="c" lastIdx="1" clrIdx="36"/>
  <p:cmAuthor id="38" name="migu" initials="m" lastIdx="3" clrIdx="37"/>
  <p:cmAuthor id="39" name="ytyan" initials="y" lastIdx="2" clrIdx="38"/>
  <p:cmAuthor id="40" name="10133177" initials="1" lastIdx="1" clrIdx="39"/>
  <p:cmAuthor id="41" name="王明明" initials="王" lastIdx="3" clrIdx="0"/>
  <p:cmAuthor id="42" name="石骥硕（市场）" initials="石" lastIdx="1" clrIdx="41"/>
  <p:cmAuthor id="43" name="朱绍春" initials="朱" lastIdx="13" clrIdx="0"/>
  <p:cmAuthor id="44" name="成玉玉" initials="成" lastIdx="1" clrIdx="43"/>
  <p:cmAuthor id="45" name="caipeiyuan@sd.cmcc" initials="caipeiyuan" lastIdx="1" clrIdx="44"/>
  <p:cmAuthor id="46" name="未知的使用者79" initials="" lastIdx="0" clrIdx="1"/>
  <p:cmAuthor id="280030417" name="桃豆豆" initials="桃" lastIdx="2" clrIdx="867"/>
  <p:cmAuthor id="47" name="张雅琦" initials="张" lastIdx="1" clrIdx="46"/>
  <p:cmAuthor id="48" name="朱悦龙" initials="朱" lastIdx="1" clrIdx="0"/>
  <p:cmAuthor id="248769537" name="刁航宇" initials="刁" lastIdx="1" clrIdx="845"/>
  <p:cmAuthor id="49" name="evil" initials="e" lastIdx="0" clrIdx="0"/>
  <p:cmAuthor id="50" name="dell" initials="d" lastIdx="1" clrIdx="4"/>
  <p:cmAuthor id="51" name="吕志勇" initials="吕" lastIdx="8" clrIdx="0"/>
  <p:cmAuthor id="52" name="何已龙" initials="何" lastIdx="2" clrIdx="2"/>
  <p:cmAuthor id="53" name="叶得会" initials="叶" lastIdx="8" clrIdx="0"/>
  <p:cmAuthor id="54" name="未知用户6" initials="未" lastIdx="1" clrIdx="0"/>
  <p:cmAuthor id="55" name="未知用户8" initials="未" lastIdx="1" clrIdx="0"/>
  <p:cmAuthor id="56" name="未知用户7" initials="未" lastIdx="1" clrIdx="0"/>
  <p:cmAuthor id="57" name="未知用户9" initials="未" lastIdx="1" clrIdx="0"/>
  <p:cmAuthor id="58" name="未知用户17" initials="未" lastIdx="1" clrIdx="1"/>
  <p:cmAuthor id="59" name="未知用户18" initials="未" lastIdx="1" clrIdx="0"/>
  <p:cmAuthor id="60" name="未知用户20" initials="未" lastIdx="1" clrIdx="0"/>
  <p:cmAuthor id="61" name="未知用户19" initials="未" lastIdx="1" clrIdx="0"/>
  <p:cmAuthor id="62" name="未知用户21" initials="未" lastIdx="1" clrIdx="0"/>
  <p:cmAuthor id="63" name="未知用户14" initials="未" lastIdx="1" clrIdx="0"/>
  <p:cmAuthor id="64" name="未知用户15" initials="未" lastIdx="1" clrIdx="0"/>
  <p:cmAuthor id="65" name="未知用户16" initials="未" lastIdx="4" clrIdx="0"/>
  <p:cmAuthor id="66" name="郝崇" initials="郝" lastIdx="4" clrIdx="1"/>
  <p:cmAuthor id="67" name="吴杰" initials="吴" lastIdx="1" clrIdx="0"/>
  <p:cmAuthor id="68" name="刘丽仙" initials="刘" lastIdx="4" clrIdx="33"/>
  <p:cmAuthor id="69" name="未知用户103" initials="" lastIdx="1" clrIdx="0"/>
  <p:cmAuthor id="70" name="杨艳霞" initials="杨" lastIdx="34" clrIdx="1"/>
  <p:cmAuthor id="71" name="未知的使用者42" initials="" lastIdx="1" clrIdx="0"/>
  <p:cmAuthor id="72" name="未定义" initials="未" lastIdx="1" clrIdx="1"/>
  <p:cmAuthor id="73" name="rq fan" initials="r" lastIdx="3" clrIdx="1"/>
  <p:cmAuthor id="74" name="dingbo" initials="d" lastIdx="1" clrIdx="0"/>
  <p:cmAuthor id="75" name="李永欣" initials="李" lastIdx="1" clrIdx="0"/>
  <p:cmAuthor id="76" name="丁芙蓉" initials="丁" lastIdx="4" clrIdx="1"/>
  <p:cmAuthor id="77" name="许弘扬" initials="许" lastIdx="1" clrIdx="0"/>
  <p:cmAuthor id="78" name="未知用户23" initials="未" lastIdx="1" clrIdx="1"/>
  <p:cmAuthor id="79" name="未知用户24" initials="未" lastIdx="1" clrIdx="0"/>
  <p:cmAuthor id="80" name="未知用户25" initials="未" lastIdx="1" clrIdx="0"/>
  <p:cmAuthor id="81" name="未知用户26" initials="未" lastIdx="1" clrIdx="0"/>
  <p:cmAuthor id="82" name="未知用户27" initials="未" lastIdx="1" clrIdx="0"/>
  <p:cmAuthor id="83" name="未知用户28" initials="未" lastIdx="1" clrIdx="0"/>
  <p:cmAuthor id="84" name="未知用户29" initials="未" lastIdx="1" clrIdx="0"/>
  <p:cmAuthor id="246358619" name="小州Gg" initials="小" lastIdx="1" clrIdx="666"/>
  <p:cmAuthor id="85" name="陈尚文" initials="陈" lastIdx="1" clrIdx="1"/>
  <p:cmAuthor id="163458894" name="13488749431手机用户" initials="1" lastIdx="1" clrIdx="683"/>
  <p:cmAuthor id="86" name="张宏伟" initials="张" lastIdx="46" clrIdx="0"/>
  <p:cmAuthor id="87" name="Yuan Hu" initials="Y" lastIdx="1" clrIdx="0"/>
  <p:cmAuthor id="88" name="Pei" initials="P" lastIdx="0" clrIdx="1"/>
  <p:cmAuthor id="89" name="Ying Li" initials="Y" lastIdx="1" clrIdx="2"/>
  <p:cmAuthor id="90" name="李威" initials="李" lastIdx="1" clrIdx="3"/>
  <p:cmAuthor id="91" name="范作霖" initials="范" lastIdx="1" clrIdx="22"/>
  <p:cmAuthor id="92" name="李百秋" initials="李" lastIdx="3" clrIdx="21"/>
  <p:cmAuthor id="93" name="张立鑫" initials="张" lastIdx="1" clrIdx="23"/>
  <p:cmAuthor id="94" name="杨静" initials="杨" lastIdx="1" clrIdx="22"/>
  <p:cmAuthor id="95" name="包珊珊" initials="包" lastIdx="7" clrIdx="23"/>
  <p:cmAuthor id="96" name="YuQing" initials="Y" lastIdx="9" clrIdx="0"/>
  <p:cmAuthor id="97" name="Youwen Sun" initials="Y" lastIdx="3" clrIdx="1"/>
  <p:cmAuthor id="233746470" name="大攀" initials="大" lastIdx="1" clrIdx="661"/>
  <p:cmAuthor id="98" name="Microsoft 帐户" initials="M" lastIdx="1" clrIdx="0"/>
  <p:cmAuthor id="99" name="�ǲ�����" initials="�" lastIdx="1" clrIdx="35"/>
  <p:cmAuthor id="100" name="牛宏民" initials="牛" lastIdx="2" clrIdx="0"/>
  <p:cmAuthor id="101" name="未知的使用者16" initials="" lastIdx="6" clrIdx="0"/>
  <p:cmAuthor id="102" name="毛香勤" initials="毛" lastIdx="26" clrIdx="6"/>
  <p:cmAuthor id="103" name="dadi" initials="d" lastIdx="2" clrIdx="1"/>
  <p:cmAuthor id="104" name="郑廷东" initials="郑" lastIdx="25" clrIdx="0"/>
  <p:cmAuthor id="105" name="张田田" initials="张" lastIdx="23" clrIdx="2"/>
  <p:cmAuthor id="106" name="杨彦伟" initials="杨" lastIdx="3" clrIdx="0"/>
  <p:cmAuthor id="107" name="徐光宇" initials="徐" lastIdx="1" clrIdx="0"/>
  <p:cmAuthor id="108" name="mac" initials="m" lastIdx="1" clrIdx="0"/>
  <p:cmAuthor id="109" name="刘豹" initials="刘" lastIdx="0" clrIdx="0"/>
  <p:cmAuthor id="110" name="张艳芳" initials="张" lastIdx="3" clrIdx="0"/>
  <p:cmAuthor id="111" name="王志刚" initials="王" lastIdx="1" clrIdx="0"/>
  <p:cmAuthor id="112" name="孙大威" initials="孙" lastIdx="21" clrIdx="4"/>
  <p:cmAuthor id="113" name="徐杰" initials="徐" lastIdx="1" clrIdx="0"/>
  <p:cmAuthor id="114" name="席美娟" initials="席" lastIdx="4" clrIdx="1"/>
  <p:cmAuthor id="115" name="朱海平" initials="朱" lastIdx="1" clrIdx="16"/>
  <p:cmAuthor id="116" name="王景红" initials="王" lastIdx="6" clrIdx="3"/>
  <p:cmAuthor id="117" name="席金煜" initials="席" lastIdx="42" clrIdx="4"/>
  <p:cmAuthor id="118" name="樊佳佳" initials="樊" lastIdx="59" clrIdx="5"/>
  <p:cmAuthor id="119" name="fgx" initials="f" lastIdx="6" clrIdx="6"/>
  <p:cmAuthor id="120" name="郑汝鸿" initials="郑" lastIdx="2" clrIdx="0"/>
  <p:cmAuthor id="121" name="杨秀丰" initials="杨" lastIdx="62" clrIdx="2"/>
  <p:cmAuthor id="122" name="惠莲" initials="惠" lastIdx="37" clrIdx="4"/>
  <p:cmAuthor id="123" name="邢辰凤" initials="邢" lastIdx="45" clrIdx="7"/>
  <p:cmAuthor id="124" name="liang ma" initials="l" lastIdx="1" clrIdx="35"/>
  <p:cmAuthor id="125" name="高永刚" initials="高" lastIdx="2" clrIdx="36"/>
  <p:cmAuthor id="126" name="未知用户46" initials="未" lastIdx="1" clrIdx="1"/>
  <p:cmAuthor id="127" name="未知用户47" initials="未" lastIdx="1" clrIdx="0"/>
  <p:cmAuthor id="128" name="未知用户42" initials="未" lastIdx="2" clrIdx="2"/>
  <p:cmAuthor id="129" name="未知用户43" initials="未" lastIdx="1" clrIdx="0"/>
  <p:cmAuthor id="606826857" name="李宁" initials="李" lastIdx="1" clrIdx="651"/>
  <p:cmAuthor id="130" name="未知用户48" initials="未" lastIdx="34" clrIdx="0"/>
  <p:cmAuthor id="131" name="未知用户49" initials="未" lastIdx="10" clrIdx="0"/>
  <p:cmAuthor id="132" name="未知用户50" initials="未" lastIdx="4" clrIdx="0"/>
  <p:cmAuthor id="133" name="未知用户51" initials="未" lastIdx="1" clrIdx="0"/>
  <p:cmAuthor id="635724682" name="马宇媛" initials="马" lastIdx="2" clrIdx="478"/>
  <p:cmAuthor id="134" name="未知用户52" initials="未" lastIdx="10" clrIdx="0"/>
  <p:cmAuthor id="135" name="未知用户53" initials="未" lastIdx="1" clrIdx="0"/>
  <p:cmAuthor id="136" name="未知用户54" initials="未" lastIdx="8" clrIdx="0"/>
  <p:cmAuthor id="137" name="未知用户55" initials="未" lastIdx="1" clrIdx="0"/>
  <p:cmAuthor id="138" name="未知用户56" initials="未" lastIdx="1" clrIdx="0"/>
  <p:cmAuthor id="139" name="未知用户57" initials="未" lastIdx="4" clrIdx="0"/>
  <p:cmAuthor id="140" name="未知用户58" initials="未" lastIdx="4" clrIdx="33"/>
  <p:cmAuthor id="141" name="未知用户59" initials="未" lastIdx="4" clrIdx="0"/>
  <p:cmAuthor id="142" name="光启" initials="光" lastIdx="1" clrIdx="0"/>
  <p:cmAuthor id="143" name="侯雪飞" initials="侯" lastIdx="1" clrIdx="0"/>
  <p:cmAuthor id="144" name="太海峰" initials="太" lastIdx="1" clrIdx="34"/>
  <p:cmAuthor id="210726287" name="罗志军" initials="罗" lastIdx="1" clrIdx="1016"/>
  <p:cmAuthor id="1483810881" name="WPS_1679281038" initials="W" lastIdx="1" clrIdx="2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苏建冲" initials="c" lastIdx="1" clrIdx="147"/>
  <p:cmAuthor id="149" name="马妍" initials="马" lastIdx="1" clrIdx="0"/>
  <p:cmAuthor id="150" name="王叶烨" initials="王" lastIdx="2" clrIdx="149"/>
  <p:cmAuthor id="151" name="未知用户81" initials="" lastIdx="1" clrIdx="0"/>
  <p:cmAuthor id="152" name="未知用户115" initials="" lastIdx="1" clrIdx="0"/>
  <p:cmAuthor id="153" name="朱小明" initials="朱" lastIdx="1" clrIdx="152"/>
  <p:cmAuthor id="154" name="未知的使用者68" initials="" lastIdx="1" clrIdx="0"/>
  <p:cmAuthor id="155" name="CMIC" initials="C" lastIdx="1" clrIdx="154"/>
  <p:cmAuthor id="156" name="未知的使用者31" initials="未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mm" initials="m" lastIdx="1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zhengzhong" initials="z" lastIdx="2" clrIdx="0"/>
  <p:cmAuthor id="167" name="未知用户106" initials="未" lastIdx="1" clrIdx="0"/>
  <p:cmAuthor id="353158055" name="韩雨" initials="韩" lastIdx="0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2" name="zhuqy3" initials="z" lastIdx="1" clrIdx="0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5" name="shinin" initials="s" lastIdx="2" clrIdx="0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Temp" initials="T" lastIdx="0" clrIdx="0"/>
  <p:cmAuthor id="195" name="Unknown User65" initials="U" lastIdx="1" clrIdx="0"/>
  <p:cmAuthor id="196" name="未知用户98" initials="" lastIdx="1" clrIdx="2"/>
  <p:cmAuthor id="197" name="王雅静" initials="王" lastIdx="2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422153560" name="天天" initials="天" lastIdx="1" clrIdx="848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李 斌" initials="李" lastIdx="3" clrIdx="0"/>
  <p:cmAuthor id="212" name="Daniel Wuu" initials="" lastIdx="1" clrIdx="0"/>
  <p:cmAuthor id="213" name="黄 俊楠" initials="黄" lastIdx="1" clrIdx="93"/>
  <p:cmAuthor id="214" name="未知的使用者14" initials="" lastIdx="2" clrIdx="0"/>
  <p:cmAuthor id="215" name="云峰 贾" initials="云" lastIdx="2" clrIdx="0"/>
  <p:cmAuthor id="216" name="方朝军/产品推动室/产品开发推广部/总公司" initials="方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的使用者26" initials="未" lastIdx="1" clrIdx="0"/>
  <p:cmAuthor id="228" name="未知的使用者95" initials="" lastIdx="1" clrIdx="0"/>
  <p:cmAuthor id="229" name="朴鹏-lhq" initials="朴" lastIdx="0" clrIdx="18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376687852" name="初七之月亮" initials="初" lastIdx="1" clrIdx="597"/>
  <p:cmAuthor id="236" name="Unknown User70" initials="" lastIdx="1" clrIdx="0"/>
  <p:cmAuthor id="237" name="clinchen" initials="" lastIdx="0" clrIdx="1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Isabella" initials="I" lastIdx="4" clrIdx="4"/>
  <p:cmAuthor id="287" name="KK Yoda" initials="K" lastIdx="1" clrIdx="10"/>
  <p:cmAuthor id="288" name="未知用户36" initials="未" lastIdx="10" clrIdx="0"/>
  <p:cmAuthor id="289" name="MA15" initials="" lastIdx="1" clrIdx="0"/>
  <p:cmAuthor id="290" name="未知用户163" initials="未" lastIdx="1" clrIdx="0"/>
  <p:cmAuthor id="291" name="未知用户96" initials="" lastIdx="1" clrIdx="0"/>
  <p:cmAuthor id="293" name="未知用户97" initials="" lastIdx="2" clrIdx="0"/>
  <p:cmAuthor id="294" name="未知用户40" initials="" lastIdx="5" clrIdx="1"/>
  <p:cmAuthor id="295" name="86183" initials="8" lastIdx="1" clrIdx="323"/>
  <p:cmAuthor id="296" name="未知用户100" initials="" lastIdx="1" clrIdx="0"/>
  <p:cmAuthor id="297" name="未知用户101" initials="" lastIdx="1" clrIdx="0"/>
  <p:cmAuthor id="298" name="未知用户157" initials="未" lastIdx="1" clrIdx="0"/>
  <p:cmAuthor id="299" name="未知用户158" initials="未" lastIdx="7" clrIdx="0"/>
  <p:cmAuthor id="332912694" name=" LION" initials=" " lastIdx="1" clrIdx="79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162" initials="未" lastIdx="2" clrIdx="0"/>
  <p:cmAuthor id="242809661" name="康斯坦尼斯拉夫斯基" initials="康" lastIdx="2" clrIdx="70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2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184" initials="未" lastIdx="2" clrIdx="0"/>
  <p:cmAuthor id="320" name="未知用户35" initials="未" lastIdx="1" clrIdx="0"/>
  <p:cmAuthor id="321" name="未知用户111" initials="未" lastIdx="1" clrIdx="1"/>
  <p:cmAuthor id="322" name="le" initials="l" lastIdx="2" clrIdx="321"/>
  <p:cmAuthor id="323" name="哒哒 熊猫" initials="哒" lastIdx="1" clrIdx="0"/>
  <p:cmAuthor id="324" name="Yun-Ting Tseng" initials="Y" lastIdx="7" clrIdx="0"/>
  <p:cmAuthor id="325" name="Miss 豆" initials="M" lastIdx="0" clrIdx="0"/>
  <p:cmAuthor id="326" name="G" initials="G" lastIdx="1" clrIdx="22"/>
  <p:cmAuthor id="327" name="我" initials="我" lastIdx="1" clrIdx="32"/>
  <p:cmAuthor id="328" name="??" initials="?" lastIdx="1" clrIdx="0"/>
  <p:cmAuthor id="329" name="Admin" initials="A" lastIdx="0" clrIdx="0"/>
  <p:cmAuthor id="330" name="KZY" initials="K" lastIdx="1" clrIdx="329"/>
  <p:cmAuthor id="331" name="未知的使用者82" initials="未" lastIdx="1" clrIdx="0"/>
  <p:cmAuthor id="332" name="梁叶欢" initials="梁" lastIdx="1" clrIdx="331"/>
  <p:cmAuthor id="333" name="zhaoqi" initials="z" lastIdx="1" clrIdx="332"/>
  <p:cmAuthor id="334" name="未知用户110" initials="未" lastIdx="14" clrIdx="0"/>
  <p:cmAuthor id="335" name="wuyanna" initials="w" lastIdx="1" clrIdx="334"/>
  <p:cmAuthor id="336" name="郝佳宁" initials="郝" lastIdx="1" clrIdx="335"/>
  <p:cmAuthor id="337" name="hwjjjjjjjj" initials="h" lastIdx="2" clrIdx="336"/>
  <p:cmAuthor id="338" name="百里 长青" initials="百" lastIdx="1" clrIdx="0"/>
  <p:cmAuthor id="339" name="齐涛" initials="齐" lastIdx="1" clrIdx="0"/>
  <p:cmAuthor id="340" name="zhaoby01" initials="z" lastIdx="2" clrIdx="6"/>
  <p:cmAuthor id="341" name="Lydia" initials="L" lastIdx="1" clrIdx="0"/>
  <p:cmAuthor id="342" name="未知用户63" initials="未知用户63" lastIdx="1" clrIdx="0"/>
  <p:cmAuthor id="343" name="熘?" initials="熘" lastIdx="1" clrIdx="0"/>
  <p:cmAuthor id="344" name="dingenshi" initials="d" lastIdx="1" clrIdx="0"/>
  <p:cmAuthor id="345" name="cpic" initials="c" lastIdx="0" clrIdx="0"/>
  <p:cmAuthor id="1603436587" name="Frank" initials="F" lastIdx="1" clrIdx="899"/>
  <p:cmAuthor id="346" name="谷雨" initials="谷" lastIdx="1" clrIdx="0"/>
  <p:cmAuthor id="1603436588" name="HP" initials="H" lastIdx="1" clrIdx="1603436587"/>
  <p:cmAuthor id="347" name="taowei" initials="t" lastIdx="1" clrIdx="0"/>
  <p:cmAuthor id="348" name="中星 叶" initials="中" lastIdx="1" clrIdx="22"/>
  <p:cmAuthor id="349" name="Dizzy" initials="D" lastIdx="3" clrIdx="0"/>
  <p:cmAuthor id="350" name="倚海听风" initials="倚" lastIdx="1" clrIdx="21"/>
  <p:cmAuthor id="351" name="CodonMedical" initials="C" lastIdx="109" clrIdx="2"/>
  <p:cmAuthor id="352" name="Yvonne Lin" initials="Y" lastIdx="35" clrIdx="3"/>
  <p:cmAuthor id="353" name="Gallivan, John-Paul {MDAO~Basel}" initials="G" lastIdx="4" clrIdx="4"/>
  <p:cmAuthor id="354" name="Helms, Hans-Joachim {MDBA~Basel}" initials="H" lastIdx="36" clrIdx="5"/>
  <p:cmAuthor id="355" name="Codon Medical" initials="C" lastIdx="57" clrIdx="6"/>
  <p:cmAuthor id="356" name="Petersen, Jenny {MDBD~South San Francisco}" initials="P" lastIdx="4" clrIdx="7"/>
  <p:cmAuthor id="357" name="刘风香" initials="刘" lastIdx="5" clrIdx="20"/>
  <p:cmAuthor id="358" name="未知的使用者186" initials="未" lastIdx="1" clrIdx="0"/>
  <p:cmAuthor id="359" name="Meredith Kalish" initials="M" lastIdx="19" clrIdx="10"/>
  <p:cmAuthor id="360" name="Mary Beattie" initials="M" lastIdx="11" clrIdx="11"/>
  <p:cmAuthor id="287643681" name="殷格非" initials="殷" lastIdx="2" clrIdx="0"/>
  <p:cmAuthor id="361" name="Melanie Smitt" initials="M" lastIdx="33" clrIdx="12"/>
  <p:cmAuthor id="287643682" name="z r" initials="zr" lastIdx="5" clrIdx="12"/>
  <p:cmAuthor id="362" name="Andrea Michels" initials="A" lastIdx="13" clrIdx="13"/>
  <p:cmAuthor id="287643683" name="石晓利" initials="C" lastIdx="1" clrIdx="13"/>
  <p:cmAuthor id="363" name="Daniel Clyde (HI)" initials="D" lastIdx="24" clrIdx="0"/>
  <p:cmAuthor id="287643684" name="孟芳芳（借调）" initials="V" lastIdx="2" clrIdx="37"/>
  <p:cmAuthor id="364" name="Fitzpatrick, Nicole {MGAO~Basel}" initials="F" lastIdx="16" clrIdx="1"/>
  <p:cmAuthor id="287643685" name="安 启飞" initials="安" lastIdx="2" clrIdx="37"/>
  <p:cmAuthor id="365" name="Kate Rijnen" initials="K" lastIdx="11" clrIdx="2"/>
  <p:cmAuthor id="287643686" name="夜尽迟渊_UrQfrmQZ" initials="authorId_501680251" lastIdx="0" clrIdx="0"/>
  <p:cmAuthor id="366" name="Mark McGregor (HI)" initials="M" lastIdx="33" clrIdx="3"/>
  <p:cmAuthor id="287643687" name="王丰_aE3uARfm" initials="authorId_383357774" lastIdx="0" clrIdx="0"/>
  <p:cmAuthor id="367" name="Machackova, Zuzana {MDAO~Basel}" initials="M" lastIdx="37" clrIdx="5"/>
  <p:cmAuthor id="287643688" name="方少_UbQfrimU" initials="authorId_442114952" lastIdx="0" clrIdx="0"/>
  <p:cmAuthor id="368" name="Franca, Ryan {MDAO~Basel}" initials="F" lastIdx="6" clrIdx="6"/>
  <p:cmAuthor id="287643689" name="叶盛_Q3A3IfEf" initials="authorId_506280334" lastIdx="0" clrIdx="0"/>
  <p:cmAuthor id="369" name="Bart Baranowski (HI)" initials="B" lastIdx="16" clrIdx="7"/>
  <p:cmAuthor id="287643690" name="Harley._bEJrUJ7r" initials="authorId_432156705" lastIdx="0" clrIdx="0"/>
  <p:cmAuthor id="370" name="Helen Keyworth (HI)" initials="H" lastIdx="77" clrIdx="8"/>
  <p:cmAuthor id="287643691" name="罗平_VB7vJb2E" initials="authorId_305049361" lastIdx="0" clrIdx="0"/>
  <p:cmAuthor id="371" name="Louise Adamson (HI)" initials="L" lastIdx="173" clrIdx="9"/>
  <p:cmAuthor id="287643692" name="xixi_nUjqe22E" initials="authorId_359229261" lastIdx="0" clrIdx="0"/>
  <p:cmAuthor id="372" name="Andrew Moss (HI)" initials="A" lastIdx="10" clrIdx="10"/>
  <p:cmAuthor id="287643693" name="安安_zm6nYnYZ" initials="authorId_347340296" lastIdx="0" clrIdx="0"/>
  <p:cmAuthor id="373" name="David Morgan (HI)" initials="D" lastIdx="17" clrIdx="11"/>
  <p:cmAuthor id="287643694" name="nature_emInFJF7" initials="authorId_313163542" lastIdx="0" clrIdx="0"/>
  <p:cmAuthor id="374" name="Kate Sillitoe (HI)" initials="K" lastIdx="4" clrIdx="12"/>
  <p:cmAuthor id="287643695" name="杨思思_VNjyvY7j" initials="authorId_430925712" lastIdx="0" clrIdx="0"/>
  <p:cmAuthor id="375" name="孟轩君" initials="孟" lastIdx="2" clrIdx="0"/>
  <p:cmAuthor id="287643696" name="周君_MfIffYra" initials="authorId_375419134" lastIdx="0" clrIdx="0"/>
  <p:cmAuthor id="376" name="hpguan" initials="h" lastIdx="27" clrIdx="0"/>
  <p:cmAuthor id="377" name="甘源" initials="甘" lastIdx="4" clrIdx="0"/>
  <p:cmAuthor id="595510092" name="乐燕" initials="乐" lastIdx="1" clrIdx="647"/>
  <p:cmAuthor id="378" name="fengyuan03" initials="f" lastIdx="11" clrIdx="1"/>
  <p:cmAuthor id="379" name="何富军" initials="何" lastIdx="1" clrIdx="0"/>
  <p:cmAuthor id="380" name="闫秀丽" initials="闫" lastIdx="0" clrIdx="0"/>
  <p:cmAuthor id="381" name="fafa" initials="f" lastIdx="2" clrIdx="1"/>
  <p:cmAuthor id="382" name="古二蛋" initials="古" lastIdx="1" clrIdx="2"/>
  <p:cmAuthor id="383" name="qatr130" initials="q" lastIdx="1" clrIdx="0"/>
  <p:cmAuthor id="384" name="xusha" initials="x" lastIdx="1" clrIdx="2"/>
  <p:cmAuthor id="385" name="phoenixdhz" initials="p" lastIdx="11" clrIdx="0"/>
  <p:cmAuthor id="387" name="王源" initials="王" lastIdx="2" clrIdx="1"/>
  <p:cmAuthor id="388" name="wanghao31" initials="w" lastIdx="2" clrIdx="0"/>
  <p:cmAuthor id="389" name="李 东科" initials="李" lastIdx="1" clrIdx="35"/>
  <p:cmAuthor id="390" name="zhangbin" initials="z" lastIdx="6" clrIdx="0"/>
  <p:cmAuthor id="391" name="Arno.Du(杜明星)" initials="A" lastIdx="0" clrIdx="0"/>
  <p:cmAuthor id="394" name="Unknown User27" initials="U" lastIdx="1" clrIdx="0"/>
  <p:cmAuthor id="395" name="袁正海" initials="袁" lastIdx="1" clrIdx="0"/>
  <p:cmAuthor id="396" name="未知的使用者222" initials="" lastIdx="5" clrIdx="1"/>
  <p:cmAuthor id="397" name="未知的使用者223" initials="" lastIdx="1" clrIdx="1"/>
  <p:cmAuthor id="394525608" name="仇怿俊" initials="仇" lastIdx="0" clrIdx="0"/>
  <p:cmAuthor id="398" name="未知的使用者224" initials="" lastIdx="1" clrIdx="0"/>
  <p:cmAuthor id="394525609" name="Xiaosu Wang" initials="XW" lastIdx="1" clrIdx="24"/>
  <p:cmAuthor id="399" name="未知的使用者225" initials="" lastIdx="1" clrIdx="0"/>
  <p:cmAuthor id="394525610" name="Li Pengling" initials="LP" lastIdx="1" clrIdx="30"/>
  <p:cmAuthor id="400" name="未知的使用者226" initials="" lastIdx="1" clrIdx="0"/>
  <p:cmAuthor id="394525611" name="ShanQiu LH" initials="SL" lastIdx="1" clrIdx="51"/>
  <p:cmAuthor id="401" name="未知用户84" initials="未" lastIdx="1" clrIdx="0"/>
  <p:cmAuthor id="394525612" name="goulei" initials="g" lastIdx="2" clrIdx="41"/>
  <p:cmAuthor id="402" name="think" initials="t" lastIdx="1" clrIdx="0"/>
  <p:cmAuthor id="403" name="未知用户86" initials="未" lastIdx="1" clrIdx="0"/>
  <p:cmAuthor id="404" name="未知用户87" initials="未" lastIdx="8" clrIdx="0"/>
  <p:cmAuthor id="405" name="未知用户88" initials="未" lastIdx="1" clrIdx="0"/>
  <p:cmAuthor id="406" name="未知用户89" initials="未" lastIdx="1" clrIdx="0"/>
  <p:cmAuthor id="407" name="未知的使用者229" initials="" lastIdx="8" clrIdx="0"/>
  <p:cmAuthor id="408" name="未知的使用者230" initials="" lastIdx="1" clrIdx="0"/>
  <p:cmAuthor id="409" name="未知的使用者231" initials="" lastIdx="1" clrIdx="0"/>
  <p:cmAuthor id="410" name="未知用户94" initials="未" lastIdx="0" clrIdx="0"/>
  <p:cmAuthor id="411" name="未知用户95" initials="未" lastIdx="1" clrIdx="0"/>
  <p:cmAuthor id="412" name="未知的使用者234" initials="" lastIdx="1" clrIdx="0"/>
  <p:cmAuthor id="413" name="过 去" initials="过" lastIdx="1" clrIdx="0"/>
  <p:cmAuthor id="414" name="ChinaUser" initials="C" lastIdx="1" clrIdx="0"/>
  <p:cmAuthor id="415" name="miaott" initials="m" lastIdx="0" clrIdx="195"/>
  <p:cmAuthor id="416" name="未知用户99" initials="未" lastIdx="10" clrIdx="0"/>
  <p:cmAuthor id="417" name="未知的使用者235" initials="" lastIdx="1" clrIdx="0"/>
  <p:cmAuthor id="418" name="未知的使用者236" initials="" lastIdx="1" clrIdx="0"/>
  <p:cmAuthor id="419" name="未知的使用者237" initials="" lastIdx="2" clrIdx="0"/>
  <p:cmAuthor id="329128248" name="LBB" initials="L" lastIdx="1" clrIdx="665"/>
  <p:cmAuthor id="420" name="未知的使用者238" initials="" lastIdx="7" clrIdx="1"/>
  <p:cmAuthor id="421" name="未知的使用者239" initials="" lastIdx="43" clrIdx="1"/>
  <p:cmAuthor id="422" name="未知的使用者136" initials="" lastIdx="1" clrIdx="0"/>
  <p:cmAuthor id="423" name="未知的使用者134" initials="" lastIdx="0" clrIdx="0"/>
  <p:cmAuthor id="424" name="未知的使用者206" initials="" lastIdx="1" clrIdx="0"/>
  <p:cmAuthor id="425" name="Kent" initials="K" lastIdx="2" clrIdx="0"/>
  <p:cmAuthor id="426" name="梅芬 吳" initials="梅" lastIdx="1" clrIdx="85"/>
  <p:cmAuthor id="427" name="王嘉偉" initials="王" lastIdx="2" clrIdx="0"/>
  <p:cmAuthor id="428" name="未知的使用者210" initials="" lastIdx="0" clrIdx="0"/>
  <p:cmAuthor id="429" name="未知的使用者211" initials="" lastIdx="1" clrIdx="0"/>
  <p:cmAuthor id="430" name="未知的使用者212" initials="" lastIdx="1" clrIdx="0"/>
  <p:cmAuthor id="431" name="未知的使用者213" initials="" lastIdx="1" clrIdx="0"/>
  <p:cmAuthor id="432" name="未知的使用者214" initials="" lastIdx="1" clrIdx="1"/>
  <p:cmAuthor id="433" name="未知的使用者215" initials="" lastIdx="1" clrIdx="0"/>
  <p:cmAuthor id="434" name="未知的使用者216" initials="" lastIdx="1" clrIdx="0"/>
  <p:cmAuthor id="435" name="王丽君" initials="王" lastIdx="4" clrIdx="0"/>
  <p:cmAuthor id="436" name="Xia Ting" initials="X" lastIdx="1" clrIdx="0"/>
  <p:cmAuthor id="437" name="未知的使用者153" initials="未" lastIdx="1" clrIdx="0"/>
  <p:cmAuthor id="579339640" name="半暖时光" initials="半" lastIdx="1" clrIdx="142"/>
  <p:cmAuthor id="438" name="EDY" initials="E" lastIdx="1" clrIdx="437"/>
  <p:cmAuthor id="757822586" name="杜立旺" initials="杜" lastIdx="1" clrIdx="0"/>
  <p:cmAuthor id="439" name="未知用户10" initials="未" lastIdx="1" clrIdx="0"/>
  <p:cmAuthor id="440" name="未知用户191" initials="未" lastIdx="1" clrIdx="0"/>
  <p:cmAuthor id="441" name="未知的使用者151" initials="未" lastIdx="1" clrIdx="0"/>
  <p:cmAuthor id="442" name="未知的使用者163" initials="未" lastIdx="1" clrIdx="0"/>
  <p:cmAuthor id="443" name="未知的使用者88" initials="未" lastIdx="1" clrIdx="1"/>
  <p:cmAuthor id="444" name="未知的使用者165" initials="未" lastIdx="1" clrIdx="0"/>
  <p:cmAuthor id="445" name="未知的使用者158" initials="未" lastIdx="1" clrIdx="0"/>
  <p:cmAuthor id="446" name="jerrychou" initials="j" lastIdx="1" clrIdx="4"/>
  <p:cmAuthor id="447" name="不明使用者12" initials="不" lastIdx="3" clrIdx="1"/>
  <p:cmAuthor id="448" name="不明使用者1" initials="不" lastIdx="0" clrIdx="0"/>
  <p:cmAuthor id="449" name="未知的使用者166" initials="未" lastIdx="8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8" name="不明使用者11" initials="不" lastIdx="1" clrIdx="0"/>
  <p:cmAuthor id="459" name="Unknown User24" initials="U" lastIdx="1" clrIdx="0"/>
  <p:cmAuthor id="460" name="未知的使用者270" initials="未" lastIdx="1" clrIdx="0"/>
  <p:cmAuthor id="461" name="linkplus" initials="l" lastIdx="1" clrIdx="0"/>
  <p:cmAuthor id="463" name="未知用户140" initials="未" lastIdx="0" clrIdx="1"/>
  <p:cmAuthor id="465" name="橙子" initials="橙" lastIdx="2" clrIdx="1"/>
  <p:cmAuthor id="466" name="未知用户118" initials="未" lastIdx="1" clrIdx="0"/>
  <p:cmAuthor id="467" name="未知用户148" initials="未" lastIdx="1" clrIdx="0"/>
  <p:cmAuthor id="468" name="未知用户195" initials="未" lastIdx="1" clrIdx="0"/>
  <p:cmAuthor id="470" name="未知用户119" initials="未" lastIdx="0" clrIdx="0"/>
  <p:cmAuthor id="471" name="未知用户120" initials="未" lastIdx="1" clrIdx="1"/>
  <p:cmAuthor id="472" name="alen" initials="a" lastIdx="2" clrIdx="0"/>
  <p:cmAuthor id="473" name="未知用户121" initials="未" lastIdx="8" clrIdx="0"/>
  <p:cmAuthor id="474" name="未知用户122" initials="未" lastIdx="0" clrIdx="0"/>
  <p:cmAuthor id="475" name="未知用户123" initials="未" lastIdx="1" clrIdx="0"/>
  <p:cmAuthor id="476" name="未知用户124" initials="未" lastIdx="9" clrIdx="0"/>
  <p:cmAuthor id="477" name="未知用户125" initials="未" lastIdx="2" clrIdx="0"/>
  <p:cmAuthor id="478" name="未知用户126" initials="未" lastIdx="1" clrIdx="0"/>
  <p:cmAuthor id="479" name="未知用户127" initials="未" lastIdx="1" clrIdx="0"/>
  <p:cmAuthor id="480" name="未知用户128" initials="未" lastIdx="1" clrIdx="0"/>
  <p:cmAuthor id="481" name="未知用户129" initials="未" lastIdx="0" clrIdx="8"/>
  <p:cmAuthor id="482" name="未知用户130" initials="未" lastIdx="1" clrIdx="0"/>
  <p:cmAuthor id="483" name="未知用户131" initials="未" lastIdx="10" clrIdx="0"/>
  <p:cmAuthor id="484" name="未知用户132" initials="未" lastIdx="1" clrIdx="0"/>
  <p:cmAuthor id="485" name="未知用户133" initials="未" lastIdx="2" clrIdx="0"/>
  <p:cmAuthor id="486" name="未知用户134" initials="未" lastIdx="1" clrIdx="0"/>
  <p:cmAuthor id="487" name="未知用户135" initials="未" lastIdx="0" clrIdx="0"/>
  <p:cmAuthor id="488" name="未知用户136" initials="未" lastIdx="1" clrIdx="0"/>
  <p:cmAuthor id="489" name="未知用户137" initials="未" lastIdx="0" clrIdx="0"/>
  <p:cmAuthor id="490" name="lillian" initials="l" lastIdx="1" clrIdx="0"/>
  <p:cmAuthor id="491" name="USER" initials="U" lastIdx="0" clrIdx="0"/>
  <p:cmAuthor id="492" name="未知的使用者217" initials="未" lastIdx="1" clrIdx="1"/>
  <p:cmAuthor id="493" name="未知用户138" initials="未" lastIdx="7" clrIdx="0"/>
  <p:cmAuthor id="494" name="未知的使用者219" initials="未" lastIdx="2" clrIdx="0"/>
  <p:cmAuthor id="496" name="未知用户141" initials="未" lastIdx="0" clrIdx="0"/>
  <p:cmAuthor id="217358292" name="依依" initials="依" lastIdx="1" clrIdx="325"/>
  <p:cmAuthor id="497" name="未知用户142" initials="未" lastIdx="0" clrIdx="1"/>
  <p:cmAuthor id="498" name="未知的使用者154" initials="未" lastIdx="1" clrIdx="0"/>
  <p:cmAuthor id="499" name="未知的使用者156" initials="未" lastIdx="1" clrIdx="0"/>
  <p:cmAuthor id="500" name="未知用户143" initials="未" lastIdx="1" clrIdx="0"/>
  <p:cmAuthor id="501" name="Alex" initials="A" lastIdx="1" clrIdx="500"/>
  <p:cmAuthor id="502" name="未知用户144" initials="未" lastIdx="1" clrIdx="0"/>
  <p:cmAuthor id="503" name="未知用户145" initials="未" lastIdx="2" clrIdx="0"/>
  <p:cmAuthor id="504" name="未知的使用者130" initials="未" lastIdx="8" clrIdx="0"/>
  <p:cmAuthor id="505" name="未知的使用者131" initials="未" lastIdx="2" clrIdx="0"/>
  <p:cmAuthor id="506" name="未知用户257" initials="未" lastIdx="1" clrIdx="0"/>
  <p:cmAuthor id="507" name="未知用户114" initials="未" lastIdx="1" clrIdx="0"/>
  <p:cmAuthor id="508" name="未知的使用者172" initials="未" lastIdx="1" clrIdx="0"/>
  <p:cmAuthor id="509" name="未知的使用者174" initials="未" lastIdx="1" clrIdx="0"/>
  <p:cmAuthor id="510" name="未知用户261" initials="未" lastIdx="1" clrIdx="0"/>
  <p:cmAuthor id="511" name="未知用户139" initials="未" lastIdx="0" clrIdx="0"/>
  <p:cmAuthor id="1411827" name="黄晓平" initials="黄" lastIdx="0" clrIdx="0"/>
  <p:cmAuthor id="512" name="加 林" initials="加" lastIdx="1" clrIdx="0"/>
  <p:cmAuthor id="1411828" name="山西公司计划部刘智" initials="u" lastIdx="1" clrIdx="18"/>
  <p:cmAuthor id="381437688" name="谢学斌" initials="谢" lastIdx="0" clrIdx="0"/>
  <p:cmAuthor id="513" name="未知的使用者250" initials="未" lastIdx="1" clrIdx="0"/>
  <p:cmAuthor id="1411829" name="haha" initials="h" lastIdx="2" clrIdx="44"/>
  <p:cmAuthor id="514" name="未知的使用者251" initials="未" lastIdx="1" clrIdx="0"/>
  <p:cmAuthor id="1411830" name="唐 赛" initials="唐" lastIdx="1" clrIdx="45"/>
  <p:cmAuthor id="515" name="未知的使用者246" initials="未" lastIdx="1" clrIdx="1"/>
  <p:cmAuthor id="980107324" name="曹劲然" initials="曹" lastIdx="1" clrIdx="19"/>
  <p:cmAuthor id="517" name="王 一鸣" initials="王" lastIdx="1" clrIdx="0"/>
  <p:cmAuthor id="518" name="未知的使用者253" initials="未" lastIdx="1" clrIdx="0"/>
  <p:cmAuthor id="519" name="肖婧" initials="肖" lastIdx="7" clrIdx="0"/>
  <p:cmAuthor id="191251535" name="沈霄雷" initials="沈" lastIdx="833089" clrIdx="0"/>
  <p:cmAuthor id="520" name="Well Li" initials="W" lastIdx="1" clrIdx="0"/>
  <p:cmAuthor id="191251536" name="汪媛媛" initials="" lastIdx="0" clrIdx="17"/>
  <p:cmAuthor id="521" name="任俊宣" initials="任" lastIdx="1" clrIdx="6"/>
  <p:cmAuthor id="191251537" name="Echo" initials="E" lastIdx="1" clrIdx="191251536"/>
  <p:cmAuthor id="522" name="未知用户188" initials="未" lastIdx="1" clrIdx="0"/>
  <p:cmAuthor id="191251538" name="王元" initials="R" lastIdx="1" clrIdx="39"/>
  <p:cmAuthor id="523" name="未知用户189" initials="未" lastIdx="1" clrIdx="0"/>
  <p:cmAuthor id="191251539" name="370369741@qq.com" initials="3" lastIdx="1" clrIdx="40"/>
  <p:cmAuthor id="524" name="未知用户165" initials="未" lastIdx="1" clrIdx="0"/>
  <p:cmAuthor id="191251540" name="韩剑侠" initials="P" lastIdx="1" clrIdx="41"/>
  <p:cmAuthor id="525" name="未知用户166" initials="未" lastIdx="1" clrIdx="0"/>
  <p:cmAuthor id="191251541" name="sjzx" initials="s" lastIdx="1" clrIdx="25"/>
  <p:cmAuthor id="526" name="未知用户167" initials="未" lastIdx="1" clrIdx="0"/>
  <p:cmAuthor id="191251542" name="yang.yuan" initials="y" lastIdx="0" clrIdx="17"/>
  <p:cmAuthor id="527" name="未知用户168" initials="未" lastIdx="0" clrIdx="8"/>
  <p:cmAuthor id="191251543" name="王娟" initials="1" lastIdx="1" clrIdx="31"/>
  <p:cmAuthor id="528" name="未知用户169" initials="未" lastIdx="1" clrIdx="0"/>
  <p:cmAuthor id="529" name="孟令坤" initials="MLK" lastIdx="9" clrIdx="528"/>
  <p:cmAuthor id="530" name="未知的使用者197" initials="未" lastIdx="8" clrIdx="0"/>
  <p:cmAuthor id="532" name="未知的使用者200" initials="未" lastIdx="1" clrIdx="0"/>
  <p:cmAuthor id="533" name="未知用户174" initials="未" lastIdx="0" clrIdx="0"/>
  <p:cmAuthor id="534" name="未知用户175" initials="未" lastIdx="1" clrIdx="0"/>
  <p:cmAuthor id="535" name="未知用户176" initials="未" lastIdx="0" clrIdx="0"/>
  <p:cmAuthor id="536" name="未知用户198" initials="未" lastIdx="0" clrIdx="0"/>
  <p:cmAuthor id="537" name="未知的使用者240" initials="未" lastIdx="1" clrIdx="0"/>
  <p:cmAuthor id="538" name="未知用户220" initials="未" lastIdx="1" clrIdx="0"/>
  <p:cmAuthor id="539" name="未知用户221" initials="未" lastIdx="1" clrIdx="0"/>
  <p:cmAuthor id="540" name="未知用户199" initials="未" lastIdx="0" clrIdx="1"/>
  <p:cmAuthor id="541" name="未知用户200" initials="未" lastIdx="2" clrIdx="0"/>
  <p:cmAuthor id="542" name="未知用户201" initials="未" lastIdx="11" clrIdx="1"/>
  <p:cmAuthor id="708433798" name="jialuo" initials="j" lastIdx="0" clrIdx="0"/>
  <p:cmAuthor id="543" name="未知用户214" initials="未" lastIdx="1" clrIdx="0"/>
  <p:cmAuthor id="708433799" name="蘇建明 fatty_BFjaamIF" initials="authorId_241790624" lastIdx="0" clrIdx="0"/>
  <p:cmAuthor id="544" name="未知用户216" initials="未" lastIdx="1" clrIdx="0"/>
  <p:cmAuthor id="708433800" name="曼 王" initials="曼王" lastIdx="1" clrIdx="191251538"/>
  <p:cmAuthor id="545" name="未知用户202" initials="未" lastIdx="2" clrIdx="0"/>
  <p:cmAuthor id="708433801" name="苏" initials="1" lastIdx="1" clrIdx="191251539"/>
  <p:cmAuthor id="546" name="未知用户203" initials="未" lastIdx="15" clrIdx="0"/>
  <p:cmAuthor id="547" name="未知用户204" initials="未" lastIdx="1" clrIdx="0"/>
  <p:cmAuthor id="548" name="未知用户205" initials="未" lastIdx="7" clrIdx="0"/>
  <p:cmAuthor id="549" name="未知用户206" initials="未" lastIdx="1" clrIdx="0"/>
  <p:cmAuthor id="550" name="未知用户207" initials="未" lastIdx="1" clrIdx="0"/>
  <p:cmAuthor id="551" name="未知用户208" initials="未" lastIdx="1" clrIdx="0"/>
  <p:cmAuthor id="552" name="未知用户209" initials="未" lastIdx="2" clrIdx="0"/>
  <p:cmAuthor id="553" name="未知用户210" initials="未" lastIdx="0" clrIdx="0"/>
  <p:cmAuthor id="554" name="未知用户213" initials="未" lastIdx="1" clrIdx="2"/>
  <p:cmAuthor id="555" name="未知用户211" initials="未" lastIdx="1" clrIdx="0"/>
  <p:cmAuthor id="556" name="未知用户197" initials="未" lastIdx="1" clrIdx="0"/>
  <p:cmAuthor id="557" name="?定义" initials="?" lastIdx="2" clrIdx="0"/>
  <p:cmAuthor id="8535702" name="曾蓓/贝贝" initials="曾" lastIdx="0" clrIdx="0"/>
  <p:cmAuthor id="559" name="未知用户159" initials="未" lastIdx="1" clrIdx="0"/>
  <p:cmAuthor id="475196944" name="姚琳" initials="姚" lastIdx="1133934" clrIdx="0"/>
  <p:cmAuthor id="560" name="未知用户160" initials="未" lastIdx="2" clrIdx="0"/>
  <p:cmAuthor id="475196945" name="chen" initials="c" lastIdx="1" clrIdx="2"/>
  <p:cmAuthor id="561" name="sxp" initials="s" lastIdx="1" clrIdx="2"/>
  <p:cmAuthor id="475196946" name="王 成岩" initials="王" lastIdx="1" clrIdx="23"/>
  <p:cmAuthor id="562" name="順天" initials="順" lastIdx="1" clrIdx="0"/>
  <p:cmAuthor id="475196947" name="陶夏溦" initials="陶夏溦" lastIdx="1" clrIdx="46"/>
  <p:cmAuthor id="563" name="allan" initials="a" lastIdx="1" clrIdx="0"/>
  <p:cmAuthor id="564" name="未知用户319" initials="未" lastIdx="1" clrIdx="0"/>
  <p:cmAuthor id="565" name="未知的使用者139" initials="未" lastIdx="1" clrIdx="0"/>
  <p:cmAuthor id="568" name="FanJQ" initials="F" lastIdx="1" clrIdx="1"/>
  <p:cmAuthor id="571" name="未知用户293" initials="未" lastIdx="1" clrIdx="0"/>
  <p:cmAuthor id="573" name="未知用户161" initials="未" lastIdx="1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guanhh" initials="g" lastIdx="3" clrIdx="0"/>
  <p:cmAuthor id="582" name="未知的使用者205" initials="未" lastIdx="0" clrIdx="1"/>
  <p:cmAuthor id="583" name="未知用户192" initials="未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9" name="未知用户295" initials="未" lastIdx="1" clrIdx="0"/>
  <p:cmAuthor id="590" name="未知用户297" initials="未" lastIdx="1" clrIdx="0"/>
  <p:cmAuthor id="591" name="未知用户181" initials="未" lastIdx="2" clrIdx="0"/>
  <p:cmAuthor id="592" name="ye gusong" initials="y" lastIdx="1" clrIdx="0"/>
  <p:cmAuthor id="593" name="wei muzi" initials="w" lastIdx="1" clrIdx="4"/>
  <p:cmAuthor id="594" name="孙" initials="孙" lastIdx="1" clrIdx="50"/>
  <p:cmAuthor id="595" name="未知用户187" initials="未" lastIdx="10" clrIdx="0"/>
  <p:cmAuthor id="596" name="Microsoft Office User" initials="M" lastIdx="2" clrIdx="86"/>
  <p:cmAuthor id="597" name="catherine" initials="c" lastIdx="1" clrIdx="1"/>
  <p:cmAuthor id="599" name="未知的使用者89" initials="未" lastIdx="5" clrIdx="0"/>
  <p:cmAuthor id="600" name="未知用户287" initials="未" lastIdx="0" clrIdx="1"/>
  <p:cmAuthor id="601" name="未知用户288" initials="未" lastIdx="1" clrIdx="0"/>
  <p:cmAuthor id="602" name="未知用户229" initials="未" lastIdx="0" clrIdx="0"/>
  <p:cmAuthor id="603" name="�Ÿ�" initials="�" lastIdx="1" clrIdx="0"/>
  <p:cmAuthor id="604" name="未知的使用者140" initials="未" lastIdx="1" clrIdx="1"/>
  <p:cmAuthor id="605" name="yudi lin" initials="y" lastIdx="0" clrIdx="0"/>
  <p:cmAuthor id="606" name="未知用户249" initials="未" lastIdx="1" clrIdx="0"/>
  <p:cmAuthor id="607" name="liuzga" initials="l" lastIdx="1" clrIdx="3"/>
  <p:cmAuthor id="258699233" name="永月墨夜" initials="永" lastIdx="1" clrIdx="790"/>
  <p:cmAuthor id="608" name="49554261@qq.com" initials="4" lastIdx="2" clrIdx="2"/>
  <p:cmAuthor id="609" name="未知用户230" initials="未" lastIdx="1" clrIdx="0"/>
  <p:cmAuthor id="610" name="11839" initials="1" lastIdx="1" clrIdx="609"/>
  <p:cmAuthor id="612" name="未知用户266" initials="未" lastIdx="1" clrIdx="1"/>
  <p:cmAuthor id="613" name="未知用户243" initials="未" lastIdx="1" clrIdx="0"/>
  <p:cmAuthor id="614" name="未知用户196" initials="未" lastIdx="1" clrIdx="0"/>
  <p:cmAuthor id="615" name="GYD" initials="G" lastIdx="1" clrIdx="614"/>
  <p:cmAuthor id="616" name="未知用户219" initials="未" lastIdx="6" clrIdx="0"/>
  <p:cmAuthor id="617" name="未知用户222" initials="未" lastIdx="1" clrIdx="0"/>
  <p:cmAuthor id="621" name="未知用户215" initials="未" lastIdx="1" clrIdx="0"/>
  <p:cmAuthor id="622" name="未知用户231" initials="未" lastIdx="1" clrIdx="0"/>
  <p:cmAuthor id="200109804" name="糕酥...●—●" initials="糕" lastIdx="2" clrIdx="367"/>
  <p:cmAuthor id="623" name="未知用户233" initials="未" lastIdx="11" clrIdx="0"/>
  <p:cmAuthor id="624" name="未知用户234" initials="未" lastIdx="7" clrIdx="1"/>
  <p:cmAuthor id="625" name="未知用户235" initials="未" lastIdx="1" clrIdx="2"/>
  <p:cmAuthor id="626" name="未知用户236" initials="未" lastIdx="1" clrIdx="0"/>
  <p:cmAuthor id="627" name="未知用户237" initials="未" lastIdx="2" clrIdx="0"/>
  <p:cmAuthor id="628" name="未知用户240" initials="未" lastIdx="2" clrIdx="0"/>
  <p:cmAuthor id="630" name="v15194" initials="v" lastIdx="5" clrIdx="87"/>
  <p:cmAuthor id="631" name="未知用户276" initials="未" lastIdx="2" clrIdx="0"/>
  <p:cmAuthor id="632" name="zhanglipingsj@hq.cmcc" initials="zhanglipi" lastIdx="1" clrIdx="631"/>
  <p:cmAuthor id="633" name="Carol Kelly" initials="C" lastIdx="1" clrIdx="0"/>
  <p:cmAuthor id="634" name="未知的使用者155" initials="未" lastIdx="1" clrIdx="0"/>
  <p:cmAuthor id="635" name="姚丽娟" initials="姚" lastIdx="2" clrIdx="634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未知用户359" initials="未" lastIdx="1" clrIdx="0"/>
  <p:cmAuthor id="645" name="黄鸣宇" initials="黄" lastIdx="2" clrIdx="644"/>
  <p:cmAuthor id="646" name="李阳" initials="liyang37@ha.cmcc" lastIdx="1" clrIdx="645"/>
  <p:cmAuthor id="647" name="不明使用者2" initials="不" lastIdx="2" clrIdx="0"/>
  <p:cmAuthor id="648" name="不明使用者3" initials="不" lastIdx="1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1070834129" name="赵永成" initials="赵" lastIdx="1" clrIdx="717"/>
  <p:cmAuthor id="656" name="未知用户333" initials="未" lastIdx="1" clrIdx="0"/>
  <p:cmAuthor id="1070834130" name="16640" initials="1" lastIdx="1" clrIdx="1070834129"/>
  <p:cmAuthor id="657" name="Carol Wu" initials="C" lastIdx="1" clrIdx="0"/>
  <p:cmAuthor id="445693934" name="袖盈嘉茉" initials="袖" lastIdx="2" clrIdx="677"/>
  <p:cmAuthor id="659" name="qijf" initials="q" lastIdx="2" clrIdx="658"/>
  <p:cmAuthor id="660" name="未知用户304" initials="未" lastIdx="1" clrIdx="0"/>
  <p:cmAuthor id="661" name="S" initials="S" lastIdx="1" clrIdx="660"/>
  <p:cmAuthor id="662" name="敢 王" initials="敢" lastIdx="1" clrIdx="0"/>
  <p:cmAuthor id="663" name="邓 勇" initials="邓" lastIdx="1" clrIdx="0"/>
  <p:cmAuthor id="664" name="陈城" initials="陈" lastIdx="0" clrIdx="2"/>
  <p:cmAuthor id="665" name="Sharon" initials="S" lastIdx="1" clrIdx="2"/>
  <p:cmAuthor id="666" name="yangxy" initials="y" lastIdx="1" clrIdx="88"/>
  <p:cmAuthor id="667" name="Eva" initials="E" lastIdx="1" clrIdx="666"/>
  <p:cmAuthor id="668" name="未知用户312" initials="未" lastIdx="1" clrIdx="0"/>
  <p:cmAuthor id="669" name="未知用户402" initials="未" lastIdx="1" clrIdx="0"/>
  <p:cmAuthor id="670" name="未知用户314" initials="未" lastIdx="1" clrIdx="1"/>
  <p:cmAuthor id="671" name="晓  曲" initials="晓" lastIdx="1" clrIdx="0"/>
  <p:cmAuthor id="672" name="未知用户405" initials="未" lastIdx="2" clrIdx="0"/>
  <p:cmAuthor id="673" name="未知用户382" initials="未" lastIdx="1" clrIdx="0"/>
  <p:cmAuthor id="674" name="孟连磊" initials="孟" lastIdx="1" clrIdx="0"/>
  <p:cmAuthor id="675" name="未知用户384" initials="未" lastIdx="1" clrIdx="1"/>
  <p:cmAuthor id="676" name="未知的使用者177" initials="未" lastIdx="8" clrIdx="0"/>
  <p:cmAuthor id="677" name="未知用户386" initials="未" lastIdx="3" clrIdx="0"/>
  <p:cmAuthor id="678" name="未知用户387" initials="未" lastIdx="1" clrIdx="0"/>
  <p:cmAuthor id="679" name="未知用户388" initials="未" lastIdx="0" clrIdx="0"/>
  <p:cmAuthor id="680" name="未知用户411" initials="未" lastIdx="1" clrIdx="0"/>
  <p:cmAuthor id="681" name="未知用户389" initials="未" lastIdx="9" clrIdx="0"/>
  <p:cmAuthor id="659281454" name="西赆南琛" initials="西" lastIdx="1" clrIdx="520"/>
  <p:cmAuthor id="682" name="未知用户390" initials="未" lastIdx="1" clrIdx="0"/>
  <p:cmAuthor id="683" name="未知用户391" initials="未" lastIdx="1" clrIdx="0"/>
  <p:cmAuthor id="684" name="未知用户392" initials="未" lastIdx="2" clrIdx="0"/>
  <p:cmAuthor id="685" name="未知用户393" initials="未" lastIdx="1" clrIdx="0"/>
  <p:cmAuthor id="686" name="未知用户394" initials="未" lastIdx="1" clrIdx="0"/>
  <p:cmAuthor id="687" name="未知用户395" initials="未" lastIdx="0" clrIdx="0"/>
  <p:cmAuthor id="688" name="未知用户396" initials="未" lastIdx="1" clrIdx="0"/>
  <p:cmAuthor id="689" name="未知用户406" initials="未" lastIdx="1" clrIdx="0"/>
  <p:cmAuthor id="690" name="未知用户397" initials="未" lastIdx="1" clrIdx="1"/>
  <p:cmAuthor id="691" name="未知用户407" initials="未" lastIdx="1" clrIdx="0"/>
  <p:cmAuthor id="692" name="未知用户398" initials="未" lastIdx="1" clrIdx="0"/>
  <p:cmAuthor id="693" name="未知用户399" initials="未" lastIdx="1" clrIdx="0"/>
  <p:cmAuthor id="694" name="未知用户400" initials="未" lastIdx="2" clrIdx="0"/>
  <p:cmAuthor id="695" name="未知用户401" initials="未" lastIdx="2" clrIdx="0"/>
  <p:cmAuthor id="696" name="未知用户420" initials="未" lastIdx="1" clrIdx="0"/>
  <p:cmAuthor id="697" name="未知用户421" initials="未" lastIdx="1" clrIdx="0"/>
  <p:cmAuthor id="698" name="未知用户422" initials="未" lastIdx="10" clrIdx="0"/>
  <p:cmAuthor id="699" name="未知用户423" initials="未" lastIdx="1" clrIdx="0"/>
  <p:cmAuthor id="700" name="未知用户424" initials="未" lastIdx="2" clrIdx="0"/>
  <p:cmAuthor id="701" name="未知用户419" initials="未" lastIdx="2" clrIdx="0"/>
  <p:cmAuthor id="702" name="Cmit" initials="C" lastIdx="1" clrIdx="701"/>
  <p:cmAuthor id="703" name="未知用户426" initials="未" lastIdx="1" clrIdx="0"/>
  <p:cmAuthor id="704" name="未知用户427" initials="未" lastIdx="1" clrIdx="1"/>
  <p:cmAuthor id="705" name="未知用户428" initials="未" lastIdx="7" clrIdx="0"/>
  <p:cmAuthor id="706" name="未知用户429" initials="未" lastIdx="3" clrIdx="0"/>
  <p:cmAuthor id="707" name="未知用户430" initials="未" lastIdx="1" clrIdx="0"/>
  <p:cmAuthor id="342238991" name="刘付平" initials="刘" lastIdx="5015" clrIdx="0"/>
  <p:cmAuthor id="708" name="未知用户431" initials="未" lastIdx="1" clrIdx="0"/>
  <p:cmAuthor id="709" name="未知用户432" initials="未" lastIdx="0" clrIdx="0"/>
  <p:cmAuthor id="710" name="未知用户433" initials="未" lastIdx="1" clrIdx="0"/>
  <p:cmAuthor id="711" name="未知用户434" initials="未" lastIdx="9" clrIdx="0"/>
  <p:cmAuthor id="712" name="未知用户435" initials="未" lastIdx="1" clrIdx="0"/>
  <p:cmAuthor id="713" name="未知用户436" initials="未" lastIdx="1" clrIdx="0"/>
  <p:cmAuthor id="714" name="未知用户437" initials="未" lastIdx="2" clrIdx="0"/>
  <p:cmAuthor id="715" name="未知用户438" initials="未" lastIdx="1" clrIdx="0"/>
  <p:cmAuthor id="716" name="未知用户417" initials="未" lastIdx="10" clrIdx="0"/>
  <p:cmAuthor id="717" name="未知用户439" initials="未" lastIdx="1" clrIdx="0"/>
  <p:cmAuthor id="718" name="未知用户440" initials="未" lastIdx="0" clrIdx="0"/>
  <p:cmAuthor id="719" name="未知用户441" initials="未" lastIdx="1" clrIdx="0"/>
  <p:cmAuthor id="1425050821" name="ccc" initials="c" lastIdx="1" clrIdx="596"/>
  <p:cmAuthor id="720" name="未知用户442" initials="未" lastIdx="1" clrIdx="0"/>
  <p:cmAuthor id="721" name="未知用户443" initials="未" lastIdx="1" clrIdx="1"/>
  <p:cmAuthor id="722" name="未知用户444" initials="未" lastIdx="1" clrIdx="0"/>
  <p:cmAuthor id="723" name="未知用户445" initials="未" lastIdx="1" clrIdx="0"/>
  <p:cmAuthor id="724" name="未知用户446" initials="未" lastIdx="1" clrIdx="0"/>
  <p:cmAuthor id="725" name="未知用户447" initials="未" lastIdx="2" clrIdx="0"/>
  <p:cmAuthor id="726" name="未知用户448" initials="未" lastIdx="2" clrIdx="0"/>
  <p:cmAuthor id="727" name="未知用户326" initials="未" lastIdx="1" clrIdx="0"/>
  <p:cmAuthor id="728" name="未知用户365" initials="未" lastIdx="1" clrIdx="0"/>
  <p:cmAuthor id="729" name="zcy" initials="z" lastIdx="1" clrIdx="728"/>
  <p:cmAuthor id="730" name="未知用户366" initials="未" lastIdx="3" clrIdx="1"/>
  <p:cmAuthor id="731" name="崔艳鹏" initials="崔" lastIdx="1" clrIdx="730"/>
  <p:cmAuthor id="732" name="未知用户367" initials="未" lastIdx="10" clrIdx="0"/>
  <p:cmAuthor id="733" name="DELL" initials="D" lastIdx="1" clrIdx="732"/>
  <p:cmAuthor id="734" name="cs" initials="c" lastIdx="1" clrIdx="733"/>
  <p:cmAuthor id="735" name="未知用户368" initials="未" lastIdx="1" clrIdx="0"/>
  <p:cmAuthor id="737" name="HZS00" initials="H" lastIdx="1" clrIdx="454"/>
  <p:cmAuthor id="738" name="8613250766486" initials="8" lastIdx="2" clrIdx="729"/>
  <p:cmAuthor id="739" name="丁喆彤" initials="丁" lastIdx="1" clrIdx="0"/>
  <p:cmAuthor id="741" name="yeqq06" initials="y" lastIdx="1" clrIdx="740"/>
  <p:cmAuthor id="742" name="张辉" initials="张" lastIdx="2" clrIdx="741"/>
  <p:cmAuthor id="743" name="hainan zheng" initials="h" lastIdx="1" clrIdx="0"/>
  <p:cmAuthor id="29922660" name="杨强" initials="杨" lastIdx="0" clrIdx="0"/>
  <p:cmAuthor id="744" name="gayxb" initials="g" lastIdx="1" clrIdx="743"/>
  <p:cmAuthor id="29922661" name="檀晟 陈" initials="檀晟" lastIdx="1" clrIdx="10"/>
  <p:cmAuthor id="745" name="lish54" initials="l" lastIdx="2" clrIdx="744"/>
  <p:cmAuthor id="747" name="wenle369@sina.com" initials="w" lastIdx="1" clrIdx="0"/>
  <p:cmAuthor id="748" name="殷 积波" initials="殷" lastIdx="1" clrIdx="22"/>
  <p:cmAuthor id="749" name="启浩" initials="启" lastIdx="2" clrIdx="0"/>
  <p:cmAuthor id="750" name="袨?嗴?傤?" initials="袨" lastIdx="0" clrIdx="0"/>
  <p:cmAuthor id="751" name="林玲 郑" initials="林" lastIdx="12" clrIdx="0"/>
  <p:cmAuthor id="752" name="554154816@qq.com" initials="5" lastIdx="0" clrIdx="0"/>
  <p:cmAuthor id="754" name="未知用户379" initials="未" lastIdx="1" clrIdx="0"/>
  <p:cmAuthor id="755" name="未知用户418" initials="未" lastIdx="1" clrIdx="0"/>
  <p:cmAuthor id="756" name="未知用户271" initials="未" lastIdx="1" clrIdx="0"/>
  <p:cmAuthor id="757" name="未知用户381" initials="未" lastIdx="1" clrIdx="0"/>
  <p:cmAuthor id="759" name="未知用户383" initials="未" lastIdx="1" clrIdx="0"/>
  <p:cmAuthor id="760" name="sizx" initials="s" lastIdx="2" clrIdx="759"/>
  <p:cmAuthor id="761" name="雨林木风" initials="雨" lastIdx="14" clrIdx="1"/>
  <p:cmAuthor id="762" name="未知用户385" initials="未" lastIdx="2" clrIdx="0"/>
  <p:cmAuthor id="763" name="池依曼" initials="池" lastIdx="2" clrIdx="72"/>
  <p:cmAuthor id="767" name="未知用户232" initials="未" lastIdx="1" clrIdx="0"/>
  <p:cmAuthor id="769" name="未知用户226" initials="未" lastIdx="1" clrIdx="0"/>
  <p:cmAuthor id="770" name="亚运 曹" initials="亚" lastIdx="3" clrIdx="2"/>
  <p:cmAuthor id="771" name="lp" initials="l" lastIdx="1" clrIdx="0"/>
  <p:cmAuthor id="772" name="张正明" initials="张" lastIdx="1" clrIdx="0"/>
  <p:cmAuthor id="773" name="FANG SUN" initials="F" lastIdx="2" clrIdx="4"/>
  <p:cmAuthor id="774" name="富德生命人寿" initials="富" lastIdx="1" clrIdx="0"/>
  <p:cmAuthor id="775" name="袁缘" initials="袁" lastIdx="0" clrIdx="0"/>
  <p:cmAuthor id="776" name="未知用户416" initials="未" lastIdx="1" clrIdx="0"/>
  <p:cmAuthor id="441412215" name="tonghailan" initials="t" lastIdx="1126972" clrIdx="1"/>
  <p:cmAuthor id="777" name="未知用户404" initials="未" lastIdx="15" clrIdx="0"/>
  <p:cmAuthor id="778" name="未知用户408" initials="未" lastIdx="1" clrIdx="1"/>
  <p:cmAuthor id="779" name="未知用户409" initials="未" lastIdx="7" clrIdx="0"/>
  <p:cmAuthor id="780" name="未知用户412" initials="未" lastIdx="0" clrIdx="1"/>
  <p:cmAuthor id="781" name="未知用户413" initials="未" lastIdx="1" clrIdx="0"/>
  <p:cmAuthor id="782" name="未知用户414" initials="未" lastIdx="1" clrIdx="0"/>
  <p:cmAuthor id="783" name="未知用户415" initials="未" lastIdx="1" clrIdx="0"/>
  <p:cmAuthor id="785" name="未知用户217" initials="未" lastIdx="0" clrIdx="0"/>
  <p:cmAuthor id="787" name="未知用户371" initials="未" lastIdx="1" clrIdx="0"/>
  <p:cmAuthor id="788" name="未知用户370" initials="未" lastIdx="1" clrIdx="0"/>
  <p:cmAuthor id="789" name="未知用户347" initials="未" lastIdx="10" clrIdx="0"/>
  <p:cmAuthor id="791" name="未知用户286" initials="未" lastIdx="1" clrIdx="0"/>
  <p:cmAuthor id="792" name="未知用户373" initials="未" lastIdx="2" clrIdx="0"/>
  <p:cmAuthor id="793" name="未知用户350" initials="未" lastIdx="1" clrIdx="0"/>
  <p:cmAuthor id="794" name="未知用户218" initials="未" lastIdx="0" clrIdx="0"/>
  <p:cmAuthor id="1602690108" name="WPS_1716908770" initials="W" lastIdx="1" clrIdx="696"/>
  <p:cmAuthor id="795" name="未知用户351" initials="未" lastIdx="1" clrIdx="0"/>
  <p:cmAuthor id="796" name="未知用户352" initials="未" lastIdx="1" clrIdx="1"/>
  <p:cmAuthor id="797" name="未知用户353" initials="未" lastIdx="7" clrIdx="0"/>
  <p:cmAuthor id="798" name="未知用户354" initials="未" lastIdx="3" clrIdx="0"/>
  <p:cmAuthor id="799" name="未知用户355" initials="未" lastIdx="1" clrIdx="0"/>
  <p:cmAuthor id="800" name="未知用户356" initials="未" lastIdx="0" clrIdx="0"/>
  <p:cmAuthor id="801" name="未知用户378" initials="未" lastIdx="1" clrIdx="0"/>
  <p:cmAuthor id="802" name="未知用户357" initials="未" lastIdx="9" clrIdx="0"/>
  <p:cmAuthor id="803" name="未知用户362" initials="未" lastIdx="1" clrIdx="0"/>
  <p:cmAuthor id="804" name="未知用户363" initials="未" lastIdx="0" clrIdx="0"/>
  <p:cmAuthor id="805" name="未知用户374" initials="未" lastIdx="1" clrIdx="0"/>
  <p:cmAuthor id="806" name="未知用户375" initials="未" lastIdx="1" clrIdx="0"/>
  <p:cmAuthor id="807" name="未知用户369" initials="未" lastIdx="2" clrIdx="0"/>
  <p:cmAuthor id="808" name="未知用户376" initials="未" lastIdx="22" clrIdx="0"/>
  <p:cmAuthor id="809" name="未知用户377" initials="未" lastIdx="1" clrIdx="0"/>
  <p:cmAuthor id="810" name="未知用户372" initials="未" lastIdx="1" clrIdx="1"/>
  <p:cmAuthor id="811" name="Xzjd" initials="X" lastIdx="2" clrIdx="0"/>
  <p:cmAuthor id="582921801" name="于浣" initials="于" lastIdx="1" clrIdx="673"/>
  <p:cmAuthor id="813" name="未知用户451" initials="未" lastIdx="1" clrIdx="0"/>
  <p:cmAuthor id="814" name="未知用户466" initials="未" lastIdx="3" clrIdx="0"/>
  <p:cmAuthor id="245516636" name="李进进" initials="李" lastIdx="2" clrIdx="653"/>
  <p:cmAuthor id="815" name="未知用户460" initials="未" lastIdx="1" clrIdx="0"/>
  <p:cmAuthor id="1104652860" name="小粟勺" initials="小" lastIdx="1" clrIdx="651"/>
  <p:cmAuthor id="816" name="未知用户454" initials="未" lastIdx="2" clrIdx="0"/>
  <p:cmAuthor id="817" name="未知用户461" initials="未" lastIdx="0" clrIdx="0"/>
  <p:cmAuthor id="818" name="未知用户455" initials="未" lastIdx="1" clrIdx="0"/>
  <p:cmAuthor id="819" name="未知用户462" initials="未" lastIdx="10" clrIdx="0"/>
  <p:cmAuthor id="820" name="未知用户465" initials="未" lastIdx="1" clrIdx="5"/>
  <p:cmAuthor id="821" name="未知用户457" initials="未" lastIdx="1" clrIdx="0"/>
  <p:cmAuthor id="822" name="未知用户450" initials="未" lastIdx="0" clrIdx="0"/>
  <p:cmAuthor id="691587970" name="小延魔法师" initials="小" lastIdx="1126286" clrIdx="0"/>
  <p:cmAuthor id="669470575" name="黄炜" initials="黄" lastIdx="1" clrIdx="629"/>
  <p:cmAuthor id="823" name="未知用户463" initials="未" lastIdx="1" clrIdx="18"/>
  <p:cmAuthor id="691587971" name="徐 正国" initials="徐" lastIdx="1" clrIdx="45"/>
  <p:cmAuthor id="824" name="未知用户467" initials="未" lastIdx="0" clrIdx="0"/>
  <p:cmAuthor id="691587972" name="蒋 宗臣" initials="宗蒋" lastIdx="1" clrIdx="438"/>
  <p:cmAuthor id="825" name="未知用户468" initials="未" lastIdx="1" clrIdx="0"/>
  <p:cmAuthor id="691587973" name="YangXuke" initials="Y" lastIdx="1" clrIdx="54"/>
  <p:cmAuthor id="826" name="未知用户469" initials="未" lastIdx="1" clrIdx="0"/>
  <p:cmAuthor id="691587974" name="阮 德平" initials="阮" lastIdx="4" clrIdx="52"/>
  <p:cmAuthor id="827" name="未知用户458" initials="未" lastIdx="2" clrIdx="0"/>
  <p:cmAuthor id="691587975" name="何 伟" initials="何" lastIdx="1" clrIdx="53"/>
  <p:cmAuthor id="828" name="未知用户470" initials="未" lastIdx="1" clrIdx="0"/>
  <p:cmAuthor id="691587976" name="S 风" initials="S风" lastIdx="2" clrIdx="55"/>
  <p:cmAuthor id="829" name="未知用户471" initials="未" lastIdx="1" clrIdx="0"/>
  <p:cmAuthor id="691587977" name="丁华乐_qaMraEby" initials="authorId_616659736" lastIdx="0" clrIdx="0"/>
  <p:cmAuthor id="830" name="未知用户472" initials="未" lastIdx="1" clrIdx="0"/>
  <p:cmAuthor id="691587978" name="罗平_QfY3MnyU" initials="authorId_1512265542" lastIdx="0" clrIdx="0"/>
  <p:cmAuthor id="831" name="未知用户473" initials="未" lastIdx="4" clrIdx="0"/>
  <p:cmAuthor id="691587979" name="虞新颖_36fmV3QV" initials="authorId_321496044" lastIdx="0" clrIdx="0"/>
  <p:cmAuthor id="832" name="zhaojunjie" initials="z" lastIdx="1" clrIdx="831"/>
  <p:cmAuthor id="691587980" name="鲁琪_ayIzYrYZ" initials="authorId_602698507" lastIdx="0" clrIdx="0"/>
  <p:cmAuthor id="833" name="未知用户453" initials="未" lastIdx="1" clrIdx="0"/>
  <p:cmAuthor id="691587981" name="黄百成_m6Jjq6bQ" initials="authorId_901868002" lastIdx="0" clrIdx="0"/>
  <p:cmAuthor id="834" name="未知用户474" initials="未" lastIdx="0" clrIdx="0"/>
  <p:cmAuthor id="49837067" name="刘浩" initials="刘" lastIdx="180431" clrIdx="0"/>
  <p:cmAuthor id="835" name="未知用户475" initials="未" lastIdx="0" clrIdx="0"/>
  <p:cmAuthor id="49837068" name="Vivian Liu" initials="VL" lastIdx="1" clrIdx="1"/>
  <p:cmAuthor id="836" name="未知用户476" initials="未" lastIdx="1" clrIdx="0"/>
  <p:cmAuthor id="49837069" name="李 富岩" initials="李" lastIdx="3" clrIdx="10"/>
  <p:cmAuthor id="837" name="未知用户459" initials="未" lastIdx="1" clrIdx="1"/>
  <p:cmAuthor id="49837070" name="a1270005862@outlook.com" initials="a" lastIdx="1" clrIdx="177"/>
  <p:cmAuthor id="838" name="未知用户489" initials="未" lastIdx="1" clrIdx="0"/>
  <p:cmAuthor id="49837071" name="YY" initials="Y" lastIdx="1" clrIdx="176"/>
  <p:cmAuthor id="839" name="未知用户488" initials="未" lastIdx="10" clrIdx="0"/>
  <p:cmAuthor id="49837072" name="jiapeng wong" initials="jw" lastIdx="1" clrIdx="207"/>
  <p:cmAuthor id="840" name="未知用户490" initials="未" lastIdx="1" clrIdx="0"/>
  <p:cmAuthor id="49837073" name="sk" initials="s" lastIdx="1" clrIdx="735"/>
  <p:cmAuthor id="841" name="未知用户477" initials="未" lastIdx="2" clrIdx="0"/>
  <p:cmAuthor id="842" name="未知用户478" initials="未" lastIdx="1" clrIdx="0"/>
  <p:cmAuthor id="843" name="未知用户479" initials="未" lastIdx="0" clrIdx="8"/>
  <p:cmAuthor id="844" name="未知用户480" initials="未" lastIdx="1" clrIdx="0"/>
  <p:cmAuthor id="845" name="未知用户481" initials="未" lastIdx="10" clrIdx="0"/>
  <p:cmAuthor id="846" name="未知用户482" initials="未" lastIdx="1" clrIdx="0"/>
  <p:cmAuthor id="847" name="未知用户483" initials="未" lastIdx="1" clrIdx="0"/>
  <p:cmAuthor id="848" name="未知用户484" initials="未" lastIdx="1" clrIdx="0"/>
  <p:cmAuthor id="849" name="未知用户485" initials="未" lastIdx="1" clrIdx="0"/>
  <p:cmAuthor id="850" name="未知用户486" initials="未" lastIdx="0" clrIdx="0"/>
  <p:cmAuthor id="851" name="未知用户452" initials="未" lastIdx="2" clrIdx="0"/>
  <p:cmAuthor id="852" name="未知用户456" initials="未" lastIdx="1" clrIdx="0"/>
  <p:cmAuthor id="853" name="未知用户464" initials="未" lastIdx="0" clrIdx="0"/>
  <p:cmAuthor id="854" name="未知用户487" initials="未" lastIdx="0" clrIdx="0"/>
  <p:cmAuthor id="855" name="部室管理员/软件开发中心/总行机关/ABC" initials="部" lastIdx="1" clrIdx="5"/>
  <p:cmAuthor id="856" name="未知用户259" initials="未" lastIdx="1" clrIdx="0"/>
  <p:cmAuthor id="857" name="zilong.li" initials="z" lastIdx="4" clrIdx="0"/>
  <p:cmAuthor id="858" name="weilizz" initials="weilizz" lastIdx="1" clrIdx="857"/>
  <p:cmAuthor id="859" name="shanshuyao@sd.cmcc" initials="shanshuyao@sd.cmcc" lastIdx="1" clrIdx="858"/>
  <p:cmAuthor id="860" name="huangweijing" initials="h" lastIdx="1" clrIdx="859"/>
  <p:cmAuthor id="861" name="seki" initials="s" lastIdx="1" clrIdx="0"/>
  <p:cmAuthor id="864" name="未知用户270" initials="未" lastIdx="1" clrIdx="0"/>
  <p:cmAuthor id="866" name="USER631805" initials="U" lastIdx="1" clrIdx="865"/>
  <p:cmAuthor id="867" name="zhangbai" initials="z" lastIdx="1" clrIdx="866"/>
  <p:cmAuthor id="869" name="chenyu" initials="c" lastIdx="1" clrIdx="868"/>
  <p:cmAuthor id="900121273" name="wink" initials="w" lastIdx="1" clrIdx="702"/>
  <p:cmAuthor id="871" name="Nero" initials="N" lastIdx="2" clrIdx="0"/>
  <p:cmAuthor id="872" name="yifan song" initials="y" lastIdx="1" clrIdx="85"/>
  <p:cmAuthor id="876" name="莊安君" initials="莊" lastIdx="1" clrIdx="65"/>
  <p:cmAuthor id="879" name="陳建璋" initials="陳" lastIdx="2" clrIdx="85"/>
  <p:cmAuthor id="880" name="建璋" initials="建" lastIdx="1" clrIdx="86"/>
  <p:cmAuthor id="882" name="77482" initials="7" lastIdx="2" clrIdx="548"/>
  <p:cmAuthor id="883" name="未知用户265" initials="未" lastIdx="2" clrIdx="0"/>
  <p:cmAuthor id="884" name="未知用户267" initials="未" lastIdx="1" clrIdx="0"/>
  <p:cmAuthor id="885" name="liuxie" initials="l" lastIdx="1" clrIdx="588"/>
  <p:cmAuthor id="886" name="姜文静" initials="姜" lastIdx="1" clrIdx="0"/>
  <p:cmAuthor id="887" name="陈依依" initials="陈" lastIdx="7" clrIdx="0"/>
  <p:cmAuthor id="888" name="未知用户242" initials="未" lastIdx="3" clrIdx="0"/>
  <p:cmAuthor id="890" name="未知用户227" initials="未" lastIdx="1" clrIdx="0"/>
  <p:cmAuthor id="891" name="未知用户298" initials="未" lastIdx="1" clrIdx="0"/>
  <p:cmAuthor id="892" name="未知用户299" initials="未" lastIdx="1" clrIdx="0"/>
  <p:cmAuthor id="893" name="xq" initials="x" lastIdx="2" clrIdx="11"/>
  <p:cmAuthor id="894" name="未知用户302" initials="未" lastIdx="1" clrIdx="0"/>
  <p:cmAuthor id="898" name="許詩婕" initials="許" lastIdx="1" clrIdx="1"/>
  <p:cmAuthor id="146566726" name="高飞" initials="高" lastIdx="0" clrIdx="0"/>
  <p:cmAuthor id="900" name="minil" initials="m" lastIdx="4" clrIdx="589"/>
  <p:cmAuthor id="146566727" name="xzb1" initials="x" lastIdx="1" clrIdx="1"/>
  <p:cmAuthor id="901" name="15106" initials="1" lastIdx="4" clrIdx="0"/>
  <p:cmAuthor id="903" name="赵 璐" initials="赵" lastIdx="4" clrIdx="0"/>
  <p:cmAuthor id="47245819" name="群智集" initials="群" lastIdx="0" clrIdx="0"/>
  <p:cmAuthor id="904" name="Zhu, Hawk" initials="Z" lastIdx="1" clrIdx="0"/>
  <p:cmAuthor id="47245820" name="郏 鹏" initials="郏" lastIdx="1" clrIdx="16"/>
  <p:cmAuthor id="905" name="tanjp" initials="t" lastIdx="0" clrIdx="491"/>
  <p:cmAuthor id="47245821" name="郏鹏" initials="M" lastIdx="1" clrIdx="17"/>
  <p:cmAuthor id="906" name="YS" initials="Y" lastIdx="1" clrIdx="86"/>
  <p:cmAuthor id="47245822" name="晓琳 李" initials="晓琳" lastIdx="1" clrIdx="40"/>
  <p:cmAuthor id="47245823" name="刘海娜|liuhaina" initials="W用" lastIdx="1" clrIdx="36"/>
  <p:cmAuthor id="47245824" name="goforever814" initials="g" lastIdx="1" clrIdx="34"/>
  <p:cmAuthor id="910" name="Jdi" initials="J" lastIdx="0" clrIdx="0"/>
  <p:cmAuthor id="453232749" name="番茄^_^" initials="番" lastIdx="1" clrIdx="660"/>
  <p:cmAuthor id="911" name="未知用户337" initials="未" lastIdx="1" clrIdx="0"/>
  <p:cmAuthor id="912" name="未知用户239" initials="未" lastIdx="3" clrIdx="0"/>
  <p:cmAuthor id="913" name="chenmh" initials="c" lastIdx="1" clrIdx="85"/>
  <p:cmAuthor id="914" name="CVTEr" initials="C" lastIdx="1" clrIdx="0"/>
  <p:cmAuthor id="915" name="June C" initials="J" lastIdx="1" clrIdx="4"/>
  <p:cmAuthor id="916" name="00270" initials="0" lastIdx="1" clrIdx="0"/>
  <p:cmAuthor id="917" name="IBM_USER" initials="I" lastIdx="4" clrIdx="1"/>
  <p:cmAuthor id="918" name="aa" initials="a" lastIdx="10" clrIdx="9"/>
  <p:cmAuthor id="919" name="shinevin liu" initials="s" lastIdx="1" clrIdx="3"/>
  <p:cmAuthor id="920" name="Davidpeng" initials="D" lastIdx="1" clrIdx="10"/>
  <p:cmAuthor id="921" name="dbc" initials="d" lastIdx="2" clrIdx="0"/>
  <p:cmAuthor id="922" name="吴军影" initials="吴" lastIdx="10" clrIdx="0"/>
  <p:cmAuthor id="923" name="冯学沛" initials="冯" lastIdx="1" clrIdx="1"/>
  <p:cmAuthor id="924" name="杨 超" initials="杨" lastIdx="1" clrIdx="3"/>
  <p:cmAuthor id="926" name="Rex" initials="R" lastIdx="0" clrIdx="0"/>
  <p:cmAuthor id="927" name="张晓燕(内蒙古巴彦淖尔)" initials="张" lastIdx="1" clrIdx="0"/>
  <p:cmAuthor id="928" name="王凯" initials="王" lastIdx="1" clrIdx="0"/>
  <p:cmAuthor id="932" name="LUO CHENG" initials="L" lastIdx="1" clrIdx="0"/>
  <p:cmAuthor id="934" name="shenyanning-001" initials="s" lastIdx="8" clrIdx="0"/>
  <p:cmAuthor id="937" name="Evander Wan" initials="E" lastIdx="7" clrIdx="1"/>
  <p:cmAuthor id="943" name="bing" initials="b" lastIdx="2" clrIdx="0"/>
  <p:cmAuthor id="944" name="hh" initials="h" lastIdx="1" clrIdx="0"/>
  <p:cmAuthor id="948" name="Hope0187" initials="H" lastIdx="1" clrIdx="6"/>
  <p:cmAuthor id="949" name="daiyi06" initials="d" lastIdx="0" clrIdx="2"/>
  <p:cmAuthor id="951" name="James Conard" initials="J" lastIdx="3" clrIdx="0"/>
  <p:cmAuthor id="957" name="Cpic" initials="C" lastIdx="0" clrIdx="0"/>
  <p:cmAuthor id="1124247354" name="Tea" initials="T" lastIdx="1" clrIdx="611"/>
  <p:cmAuthor id="960" name="刘 念" initials="刘" lastIdx="2" clrIdx="35"/>
  <p:cmAuthor id="961" name="Wangzhi gang" initials="W" lastIdx="1" clrIdx="0"/>
  <p:cmAuthor id="966" name="李柯然" initials="李" lastIdx="1" clrIdx="0"/>
  <p:cmAuthor id="967" name="LENOVO" initials="L" lastIdx="1" clrIdx="0"/>
  <p:cmAuthor id="969" name="王玉" initials="王" lastIdx="1" clrIdx="0"/>
  <p:cmAuthor id="970" name="Ming Zuo" initials="M" lastIdx="1" clrIdx="0"/>
  <p:cmAuthor id="974" name="dreamsummit" initials="d" lastIdx="1" clrIdx="0"/>
  <p:cmAuthor id="975" name="张 博" initials="张" lastIdx="1" clrIdx="0"/>
  <p:cmAuthor id="976" name="LS" initials="L" lastIdx="1" clrIdx="0"/>
  <p:cmAuthor id="977" name="McGlasson, Louise" initials="M" lastIdx="6" clrIdx="0"/>
  <p:cmAuthor id="978" name="Morgan, Aaron" initials="M" lastIdx="3" clrIdx="1"/>
  <p:cmAuthor id="979" name="weige" initials="w" lastIdx="2" clrIdx="0"/>
  <p:cmAuthor id="2000" name="晨曦_n6n2bAVB" initials="authorId_925318141" lastIdx="0" clrIdx="0"/>
  <p:cmAuthor id="981" name="李 俊琦" initials="李" lastIdx="1" clrIdx="0"/>
  <p:cmAuthor id="2001" name=" " initials="" lastIdx="1" clrIdx="6"/>
  <p:cmAuthor id="982" name="沈 鹤" initials="沈" lastIdx="1" clrIdx="5"/>
  <p:cmAuthor id="2002" name="金宇峰_BfyebuM3" initials="authorId_1008746-10054633" lastIdx="0" clrIdx="0"/>
  <p:cmAuthor id="983" name="jilin" initials="j" lastIdx="20" clrIdx="0"/>
  <p:cmAuthor id="2003" name="张 曦" initials="张" lastIdx="1" clrIdx="40"/>
  <p:cmAuthor id="984" name="王保青-pah" initials="王" lastIdx="0" clrIdx="0"/>
  <p:cmAuthor id="2004" name="范 斌" initials="范" lastIdx="1" clrIdx="36"/>
  <p:cmAuthor id="2005" name="毕邺" initials="党委办公室" lastIdx="2" clrIdx="37"/>
  <p:cmAuthor id="986" name="Jason Li" initials="J" lastIdx="1" clrIdx="2"/>
  <p:cmAuthor id="987" name="duxingge" initials="d" lastIdx="2" clrIdx="4"/>
  <p:cmAuthor id="2006" name="jiaru tiger" initials="jt" lastIdx="2" clrIdx="38"/>
  <p:cmAuthor id="989" name="yingchao xi" initials="y" lastIdx="7" clrIdx="0"/>
  <p:cmAuthor id="990" name="depeng diao" initials="d" lastIdx="0" clrIdx="0"/>
  <p:cmAuthor id="991" name="amyzhang" initials="a" lastIdx="1" clrIdx="0"/>
  <p:cmAuthor id="210492765" name="施普希（菜菜）" initials="施" lastIdx="0" clrIdx="0"/>
  <p:cmAuthor id="992" name="JerryW" initials="J" lastIdx="1" clrIdx="0"/>
  <p:cmAuthor id="210492766" name="曹 朝辉" initials="曹" lastIdx="1" clrIdx="14"/>
  <p:cmAuthor id="993" name="shenyy" initials="s" lastIdx="1" clrIdx="7"/>
  <p:cmAuthor id="994" name="Jason Cheung" initials="J" lastIdx="0" clrIdx="0"/>
  <p:cmAuthor id="210492767" name="李 嘉" initials="李" lastIdx="1" clrIdx="26"/>
  <p:cmAuthor id="995" name="刘笑" initials="刘" lastIdx="1" clrIdx="0"/>
  <p:cmAuthor id="210492768" name="gus9@chinaunicom.cn" initials="g" lastIdx="4" clrIdx="27"/>
  <p:cmAuthor id="316842742" name="月亮是我啃弯的" initials="月" lastIdx="1" clrIdx="868"/>
  <p:cmAuthor id="997" name="Maggie" initials="M" lastIdx="1" clrIdx="0"/>
  <p:cmAuthor id="1006" name="UOS" initials="U" lastIdx="1" clrIdx="100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C8AFE"/>
    <a:srgbClr val="FFFFFF"/>
    <a:srgbClr val="558ED5"/>
    <a:srgbClr val="FFFF00"/>
    <a:srgbClr val="E8E8E8"/>
    <a:srgbClr val="EBF3FA"/>
    <a:srgbClr val="A2CC8E"/>
    <a:srgbClr val="0084C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5" autoAdjust="0"/>
    <p:restoredTop sz="94658"/>
  </p:normalViewPr>
  <p:slideViewPr>
    <p:cSldViewPr snapToGrid="0" showGuides="1">
      <p:cViewPr varScale="1">
        <p:scale>
          <a:sx n="119" d="100"/>
          <a:sy n="119" d="100"/>
        </p:scale>
        <p:origin x="200" y="208"/>
      </p:cViewPr>
      <p:guideLst>
        <p:guide orient="horz" pos="2139"/>
        <p:guide pos="356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80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3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85E06-23C6-43CA-802A-6E492EAADF5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FC3AB-CBC2-49ED-95DD-6540BFD993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tags" Target="../tags/tag2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WPS图片20260107143309"/>
          <p:cNvPicPr>
            <a:picLocks noChangeAspect="1"/>
          </p:cNvPicPr>
          <p:nvPr userDrawn="1"/>
        </p:nvPicPr>
        <p:blipFill>
          <a:blip r:embed="rId2"/>
          <a:srcRect r="3192"/>
          <a:stretch>
            <a:fillRect/>
          </a:stretch>
        </p:blipFill>
        <p:spPr>
          <a:xfrm>
            <a:off x="0" y="-32583"/>
            <a:ext cx="12192000" cy="6857365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76880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920635" y="159933"/>
            <a:ext cx="1982473" cy="6111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未标题-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pic>
        <p:nvPicPr>
          <p:cNvPr id="7" name="object 6"/>
          <p:cNvPicPr/>
          <p:nvPr userDrawn="1"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9290144" y="382472"/>
            <a:ext cx="2296609" cy="7080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（浅色）11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635"/>
            <a:ext cx="12192635" cy="6858635"/>
          </a:xfrm>
          <a:prstGeom prst="rect">
            <a:avLst/>
          </a:prstGeom>
        </p:spPr>
      </p:pic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>
            <p:custDataLst>
              <p:tags r:id="rId3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76880"/>
            <a:ext cx="8153400" cy="611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2800" b="1">
                <a:solidFill>
                  <a:srgbClr val="0B85CF"/>
                </a:solidFill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914400" y="1334739"/>
            <a:ext cx="10363200" cy="457099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800" b="0">
                <a:latin typeface="方正黑体简体" panose="02000000000000000000" pitchFamily="2" charset="-122"/>
                <a:ea typeface="方正黑体简体" panose="02000000000000000000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单击此处编辑内容</a:t>
            </a:r>
            <a:endParaRPr lang="zh-CN" altLang="en-US" dirty="0"/>
          </a:p>
        </p:txBody>
      </p:sp>
      <p:sp>
        <p:nvSpPr>
          <p:cNvPr id="4" name="TextBox 2"/>
          <p:cNvSpPr txBox="1"/>
          <p:nvPr userDrawn="1"/>
        </p:nvSpPr>
        <p:spPr>
          <a:xfrm>
            <a:off x="11281412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rPr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object 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统一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121920"/>
            <a:ext cx="10269742" cy="4145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2400" b="1" spc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pic>
        <p:nvPicPr>
          <p:cNvPr id="3" name="object 6"/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39231" y="159933"/>
            <a:ext cx="1713077" cy="528131"/>
          </a:xfrm>
          <a:prstGeom prst="rect">
            <a:avLst/>
          </a:prstGeom>
        </p:spPr>
      </p:pic>
      <p:pic>
        <p:nvPicPr>
          <p:cNvPr id="5" name="图片 4" descr="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600200"/>
            <a:ext cx="9376410" cy="52743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统一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ppt（浅色）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 descr="移动logo-0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41660" y="121920"/>
            <a:ext cx="1285875" cy="396875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65205" y="121920"/>
            <a:ext cx="10269742" cy="4145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 algn="l">
              <a:defRPr sz="2400" b="1" spc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en-US" dirty="0"/>
          </a:p>
        </p:txBody>
      </p:sp>
      <p:sp>
        <p:nvSpPr>
          <p:cNvPr id="2" name="TextBox 2"/>
          <p:cNvSpPr txBox="1"/>
          <p:nvPr userDrawn="1"/>
        </p:nvSpPr>
        <p:spPr>
          <a:xfrm>
            <a:off x="11412857" y="6517005"/>
            <a:ext cx="7048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fld id="{5ABFF955-C966-4E25-96E4-B00EF2B78A64}" type="slidenum">
              <a:rPr lang="zh-CN" altLang="en-US" sz="1400" kern="1200">
                <a:solidFill>
                  <a:prstClr val="black">
                    <a:tint val="75000"/>
                  </a:prst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lang="zh-CN" altLang="en-US" sz="1400" kern="1200" dirty="0">
              <a:solidFill>
                <a:prstClr val="black">
                  <a:tint val="75000"/>
                </a:prst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367474" y="1424285"/>
            <a:ext cx="1153795" cy="3836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-1277304" y="2321540"/>
            <a:ext cx="984250" cy="3536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1277304" y="3563600"/>
            <a:ext cx="984250" cy="35369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277304" y="1493500"/>
            <a:ext cx="984250" cy="353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277304" y="3149580"/>
            <a:ext cx="984250" cy="353695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277304" y="3977620"/>
            <a:ext cx="984250" cy="3536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1277304" y="1907520"/>
            <a:ext cx="984250" cy="3536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276669" y="2735560"/>
            <a:ext cx="984250" cy="353695"/>
          </a:xfrm>
          <a:prstGeom prst="rect">
            <a:avLst/>
          </a:prstGeom>
          <a:solidFill>
            <a:srgbClr val="8EB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277304" y="4816475"/>
            <a:ext cx="984250" cy="35369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276669" y="4391640"/>
            <a:ext cx="984250" cy="3536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E3668-1E35-4E35-A943-BBD3BCAC62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ED36E-518F-47C8-A86B-B200272CF1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subTitle" idx="1"/>
          </p:nvPr>
        </p:nvSpPr>
        <p:spPr>
          <a:xfrm>
            <a:off x="939165" y="4465955"/>
            <a:ext cx="10314305" cy="1168400"/>
          </a:xfrm>
        </p:spPr>
        <p:txBody>
          <a:bodyPr vert="horz" wrap="square" lIns="0" tIns="0" rIns="0" bIns="0" anchor="b">
            <a:no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政企客户</a:t>
            </a:r>
            <a:r>
              <a:rPr lang="zh-CN" alt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rPr>
              <a:t>部</a:t>
            </a:r>
            <a:endParaRPr lang="zh-CN" altLang="en-US" sz="2000" b="1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</a:t>
            </a:r>
            <a:r>
              <a:rPr lang="en-US" alt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sz="2000" b="1" dirty="0">
                <a:solidFill>
                  <a:srgbClr val="0070C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endParaRPr lang="zh-CN" sz="2000" b="1" i="0" u="none" strike="noStrike" dirty="0">
              <a:solidFill>
                <a:srgbClr val="0070C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 txBox="1"/>
          <p:nvPr/>
        </p:nvSpPr>
        <p:spPr>
          <a:xfrm>
            <a:off x="2009680" y="1917999"/>
            <a:ext cx="8172003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关于</a:t>
            </a:r>
            <a:r>
              <a:rPr lang="en-US"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</a:t>
            </a:r>
            <a: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项目</a:t>
            </a:r>
            <a:b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</a:br>
            <a:r>
              <a:rPr lang="zh-CN"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甄选</a:t>
            </a:r>
            <a:r>
              <a:rPr sz="40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结果的汇报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294640" y="914400"/>
            <a:ext cx="11602720" cy="14535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61950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项目名称及基本信息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(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商机编号：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XXXX)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甄选预算金额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如分包，请说明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甄选合作服务部分上限金额：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XX（含税），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XX（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不含税）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，税率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XX%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甄选受托代销部分：受托代销应付账款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XX（含税），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XX（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不含税），税率XX%；手续费计划最低金额XX（含税），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XX（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不含税），税率XX%。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sz="1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综合得分汇总表</a:t>
            </a: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95275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447675" lvl="1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</a:pPr>
            <a:endParaRPr lang="en-US" altLang="zh-CN" sz="11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chemeClr val="accent4"/>
              </a:buClr>
            </a:pP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81000" y="4800600"/>
            <a:ext cx="11602720" cy="10960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61950" lvl="1" indent="-361950" algn="l">
              <a:lnSpc>
                <a:spcPts val="18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评审委员会推荐意见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中选人：XX有限公司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628650" lvl="1" indent="-1714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候选人：XX有限公司</a:t>
            </a:r>
            <a:endParaRPr lang="en-US" altLang="zh-CN"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72600" y="5943600"/>
            <a:ext cx="17830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附件：评审报告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914400" y="2819400"/>
          <a:ext cx="10516235" cy="224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535"/>
                <a:gridCol w="1964690"/>
                <a:gridCol w="979805"/>
                <a:gridCol w="668020"/>
                <a:gridCol w="911860"/>
                <a:gridCol w="907415"/>
                <a:gridCol w="685165"/>
                <a:gridCol w="915035"/>
                <a:gridCol w="772795"/>
                <a:gridCol w="741680"/>
                <a:gridCol w="732790"/>
                <a:gridCol w="639445"/>
              </a:tblGrid>
              <a:tr h="30480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序号</a:t>
                      </a:r>
                      <a:endParaRPr lang="en-US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投标人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合作服务部分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受托代销部分</a:t>
                      </a: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手续费</a:t>
                      </a:r>
                      <a:endParaRPr 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价格得分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商务技术得分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</a:t>
                      </a: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zh-CN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综合排名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85140"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增值税率%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4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含税金额（元）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51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r>
                        <a:rPr 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公司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6%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914400" y="990600"/>
            <a:ext cx="9458960" cy="5334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甄选结果公示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742950" lvl="1" indent="-285750" algn="l">
              <a:lnSpc>
                <a:spcPts val="22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根据甄选方案，通过</a:t>
            </a:r>
            <a:r>
              <a:rPr lang="en-US" altLang="zh-CN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xx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方式进行结果公示</a:t>
            </a:r>
            <a:r>
              <a:rPr lang="en-US" altLang="zh-CN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不公示</a:t>
            </a:r>
            <a:endParaRPr lang="zh-CN" altLang="en-US" sz="1200" dirty="0">
              <a:ln>
                <a:noFill/>
              </a:ln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建议执行方式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857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与中选合作伙伴签署承诺书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857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与中选合作伙伴签署常规合同（其他成本类项目）</a:t>
            </a:r>
            <a:endParaRPr lang="zh-CN" altLang="en-US" sz="12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  <a:p>
            <a:pPr marL="742950" lvl="1" indent="-285750">
              <a:lnSpc>
                <a:spcPts val="22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1200" dirty="0">
                <a:ln>
                  <a:noFill/>
                </a:ln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投资类项目由供管部门向合作伙伴进行相关采购（投资类项目）</a:t>
            </a:r>
            <a:endParaRPr lang="zh-CN" altLang="en-US" sz="1200" dirty="0">
              <a:ln>
                <a:noFill/>
              </a:ln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标题 3"/>
          <p:cNvSpPr txBox="1"/>
          <p:nvPr/>
        </p:nvSpPr>
        <p:spPr>
          <a:xfrm>
            <a:off x="231058" y="2918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、甄选结果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00" y="990600"/>
            <a:ext cx="11430000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 algn="l">
              <a:lnSpc>
                <a:spcPct val="150000"/>
              </a:lnSpc>
              <a:spcBef>
                <a:spcPct val="2000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是否同意与XXX公司合作，进行XXX项目的商务拓展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？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标题 3"/>
          <p:cNvSpPr txBox="1"/>
          <p:nvPr/>
        </p:nvSpPr>
        <p:spPr>
          <a:xfrm>
            <a:off x="228518" y="304541"/>
            <a:ext cx="10515600" cy="53340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zh-CN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需决策问题</a:t>
            </a:r>
            <a:endParaRPr lang="zh-CN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TYxOTU1ZDVhZTNkMTlmZDI4MTM3ZDY5ZWVjNmE4Zj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WPS 演示</Application>
  <PresentationFormat>宽屏</PresentationFormat>
  <Paragraphs>159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9" baseType="lpstr">
      <vt:lpstr>Arial</vt:lpstr>
      <vt:lpstr>宋体</vt:lpstr>
      <vt:lpstr>Wingdings</vt:lpstr>
      <vt:lpstr>方正黑体简体</vt:lpstr>
      <vt:lpstr>微软雅黑</vt:lpstr>
      <vt:lpstr>华文细黑</vt:lpstr>
      <vt:lpstr>微软雅黑 Light</vt:lpstr>
      <vt:lpstr>Century Gothic</vt:lpstr>
      <vt:lpstr>Montserrat Black</vt:lpstr>
      <vt:lpstr>Segoe Print</vt:lpstr>
      <vt:lpstr>华文中宋</vt:lpstr>
      <vt:lpstr>Arial Unicode MS</vt:lpstr>
      <vt:lpstr>等线 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3.做强能力 | ③品牌传播力（2/2）</dc:title>
  <dc:creator>赵国龙</dc:creator>
  <cp:lastModifiedBy>Cosy丶</cp:lastModifiedBy>
  <cp:revision>207</cp:revision>
  <dcterms:created xsi:type="dcterms:W3CDTF">2026-01-13T13:37:00Z</dcterms:created>
  <dcterms:modified xsi:type="dcterms:W3CDTF">2026-02-13T00:44:42Z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5967FFEEAD9242B6907B2282FAF2AE0A_13</vt:lpwstr>
  </property>
  <property fmtid="{D5CDD505-2E9C-101B-9397-08002B2CF9AE}" pid="3" name="KSOProductBuildVer">
    <vt:lpwstr>2052-12.1.0.24657</vt:lpwstr>
  </property>
</Properties>
</file>